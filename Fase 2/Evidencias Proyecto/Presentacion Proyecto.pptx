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gUwrh+S9DowpHP2AUHq1uQDKp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2a8c632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2a8c6326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2a8c6326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a2a8c6326b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7.jpg"/><Relationship Id="rId5" Type="http://schemas.openxmlformats.org/officeDocument/2006/relationships/image" Target="../media/image14.jpg"/><Relationship Id="rId6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</a:t>
            </a:r>
            <a:r>
              <a:rPr lang="es-CL" sz="3200"/>
              <a:t>StepBack E-Commerce System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5" y="888050"/>
            <a:ext cx="7702605" cy="5885205"/>
            <a:chOff x="0" y="0"/>
            <a:chExt cx="6781059" cy="4750731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Isaac Condesa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 la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general,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validación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requisitos y gestión de avances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Damaris Asencio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71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Recoge y documenta los requisitos del negocio; traduce necesidades en especificaciones técnicas.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24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Bruno Riveros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71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 la base de datos;garantiza seguridad,rendimiento e integridad de los datos.</a:t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3415987"/>
              <a:ext cx="6780900" cy="13347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62959" y="3309231"/>
              <a:ext cx="5318100" cy="14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224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Jorge Valenzuela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QA/ Diseñador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71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QA: Verifica la calidad del sistema mediante pruebas;detecta y reporta errores.</a:t>
              </a:r>
              <a:endParaRPr sz="171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6510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1" lang="es-CL" sz="161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Diseñador:Diseña la interfaz y experiencia del usuario;asegura usabilidad y diseño responsivo</a:t>
              </a:r>
              <a:endParaRPr sz="161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3" name="Google Shape;103;p2" title="imagen linkedin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575" y="5382725"/>
            <a:ext cx="1564975" cy="108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20390" l="4177" r="0" t="27461"/>
          <a:stretch/>
        </p:blipFill>
        <p:spPr>
          <a:xfrm>
            <a:off x="4186575" y="3911525"/>
            <a:ext cx="1564975" cy="1139574"/>
          </a:xfrm>
          <a:prstGeom prst="rect">
            <a:avLst/>
          </a:prstGeom>
          <a:solidFill>
            <a:srgbClr val="BFC8E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pic>
        <p:nvPicPr>
          <p:cNvPr id="105" name="Google Shape;105;p2" title="20251106_20523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6575" y="1004400"/>
            <a:ext cx="1564974" cy="108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Foto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1775" y="2430175"/>
            <a:ext cx="1354574" cy="1139549"/>
          </a:xfrm>
          <a:prstGeom prst="rect">
            <a:avLst/>
          </a:prstGeom>
          <a:solidFill>
            <a:srgbClr val="BFC8E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714909" y="779563"/>
            <a:ext cx="10515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14900" y="1497777"/>
            <a:ext cx="4427400" cy="5230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Actualmente, Stepback enfrenta dificultades para gestionar eficientemente la venta de calzado con inventario propio y dropshipping. La ausencia de una plataforma integrada provoca procesos manuales y fragmentados —como control de stock, pedidos y coordinación con proveedores— generando errores, retrasos y pérdidas. Además, la falta de información en tiempo real limita la supervisión, el análisis de métricas y la toma de decisiones estratégicas. Esto evidencia la necesidad de una solución tecnológica integral que centralice y automatice procesos, mejore la experiencia del cliente y optimice la gestión del negocio.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72275" y="1068675"/>
            <a:ext cx="4641300" cy="5659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enfrentar los desafíos de Stepback, se propone una </a:t>
            </a: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tecnológica integral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centralice y automatice la gestión comercial, mejorando la experiencia del cliente y la eficiencia administrativa.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contempla: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 para clientes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interfaz responsiva que facilite la compra desde cualquier dispositivo.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 para administradores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dashboard en tiempo real para métricas clave y toma de decisiones ágil.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Mantenedores del sistema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gestionar productos, categorías, usuarios, roles, proveedores y pedidos.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y notificaciones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autenticación, protección de datos y alertas sobre pedidos.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APIs REST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pagos y proveedores de dropshipping.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esta herramienta, Stepback optimizará procesos, reducirá errores y fortalecerá su competitividad en el comercio electrónico de calzado urbano y deportivo.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</a:t>
            </a:r>
            <a:r>
              <a:rPr b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integral de comercio electrónico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Stepback que centralice y automatice la gestión de ventas de calzado (stock propio y dropshipping), pedidos, clientes y proveedores, con perfiles diferenciados (cliente/administrador), incorporando un </a:t>
            </a:r>
            <a:r>
              <a:rPr b="1"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administrativo en tiempo real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apoyar la toma de decisiones, mejorar la experiencia del cliente y fortalecer la competitividad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14525" y="4262300"/>
            <a:ext cx="10962900" cy="252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módulos de gestión para productos, usuarios,roles, pedidos y proveedores.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flujo completo de compra con carrito y pasarela de pago.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catálogo de proveedores externos vía API (dropshipping).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reportes y métricas clave en tiempo real (ventas, stock, productos más vendidos).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Incluir notificaciones automáticas para clientes y administradores.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usabilidad, seguridad y diseño responsivo.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Cumplir con hitos del cronograma y entregar documentación en plazos establecidos.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recursos, priorizando tecnologías de código abierto y controlando costos.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52400" y="3615800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914375" y="1475075"/>
            <a:ext cx="10072800" cy="5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9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9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a los clientes navegar, buscar y visualizar productos de manera intuitiva.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un carrito de compras con integración a pasarelas de pago seguras 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Administrar usuarios con distintos roles y niveles de permisos.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funcionalidades de autenticación y seguridad (registro, inicio/cierre de sesión, recuperación de contraseña).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Mantener un historial de compras y generar notificaciones internas.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catálogos externos de proveedores vía API para gestión de dropshipping.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reportes y métricas de ventas, productos más vendidos y stock.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Ofrecer una vista diferenciada para </a:t>
            </a: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para </a:t>
            </a:r>
            <a:r>
              <a:rPr b="1"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realizará la logística física de entrega de productos (envíos, bodegas o distribución).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gestionará inventario en tiempo real de los proveedores externos, más allá de lo que provean las APIs disponibles.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cubrirá la contabilidad completa de la empresa (solo reportes básicos de ventas).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reemplazará sistemas ERP o de gestión de recursos humanos.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158416" y="70046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 title="w.PNG"/>
          <p:cNvPicPr preferRelativeResize="0"/>
          <p:nvPr/>
        </p:nvPicPr>
        <p:blipFill rotWithShape="1">
          <a:blip r:embed="rId3">
            <a:alphaModFix/>
          </a:blip>
          <a:srcRect b="2789" l="0" r="823" t="0"/>
          <a:stretch/>
        </p:blipFill>
        <p:spPr>
          <a:xfrm>
            <a:off x="158413" y="1453175"/>
            <a:ext cx="11875176" cy="52724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103866" y="667868"/>
            <a:ext cx="105156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 title="q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3" y="1391467"/>
            <a:ext cx="12191999" cy="523011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200177" y="49648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390125" y="1017275"/>
            <a:ext cx="3429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800" y="1375700"/>
            <a:ext cx="11662976" cy="548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99402" y="692236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99400" y="1411650"/>
            <a:ext cx="10803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1789" l="0" r="0" t="-1790"/>
          <a:stretch/>
        </p:blipFill>
        <p:spPr>
          <a:xfrm>
            <a:off x="4131975" y="692225"/>
            <a:ext cx="7995950" cy="5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663024" y="1676401"/>
            <a:ext cx="10824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arquitectónico seleccionado para el desarrollo y Diagrama Vista Física: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375" y="2018825"/>
            <a:ext cx="7811876" cy="47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a8c6326b_0_13"/>
          <p:cNvSpPr txBox="1"/>
          <p:nvPr>
            <p:ph type="title"/>
          </p:nvPr>
        </p:nvSpPr>
        <p:spPr>
          <a:xfrm>
            <a:off x="92967" y="811347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69" name="Google Shape;169;g3a2a8c6326b_0_13"/>
          <p:cNvSpPr txBox="1"/>
          <p:nvPr/>
        </p:nvSpPr>
        <p:spPr>
          <a:xfrm>
            <a:off x="161817" y="1397546"/>
            <a:ext cx="9894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Actividades: Login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g3a2a8c6326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3550" y="929250"/>
            <a:ext cx="5173375" cy="610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a8c6326b_0_29"/>
          <p:cNvSpPr txBox="1"/>
          <p:nvPr>
            <p:ph type="title"/>
          </p:nvPr>
        </p:nvSpPr>
        <p:spPr>
          <a:xfrm>
            <a:off x="92967" y="811347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76" name="Google Shape;176;g3a2a8c6326b_0_29"/>
          <p:cNvSpPr txBox="1"/>
          <p:nvPr/>
        </p:nvSpPr>
        <p:spPr>
          <a:xfrm>
            <a:off x="161822" y="1397550"/>
            <a:ext cx="5743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Navegación y visualización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a2a8c6326b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550" y="811350"/>
            <a:ext cx="5743575" cy="61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92967" y="811347"/>
            <a:ext cx="10515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161817" y="1397546"/>
            <a:ext cx="9894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ramas de Actividades: Registro y Gestión Venta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425" y="991525"/>
            <a:ext cx="4661149" cy="586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641250" y="1828023"/>
            <a:ext cx="108612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programación: Python (orientado a objetos).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 web: Django (Python).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HTML5, CSS3, JavaScript, Bootstrap.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 SQLite.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 Git y GitHub.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Entorno de desarrollo: Visual Studio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documentación: Draw.io, Lucidchart, Google Docs.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Pruebas: Postman para APIs, Selenium para pruebas de interfaz.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894400" y="2028269"/>
            <a:ext cx="105156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Planificación: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11-08-2025 /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28-08-2025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Análisis y diseño: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28-8-2025 /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17-09-2025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Desarrollo: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22-09-2025 /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10-11-2025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Pruebas y QA: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11-11-2025 /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28-11-2025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Implementación y cierre: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29-11-2025 /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0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3-12-2025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 Entrega final: 05 Diciembre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202" name="Google Shape;20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875" y="2348150"/>
            <a:ext cx="7133925" cy="266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