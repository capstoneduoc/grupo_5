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iKt2K3Rfkcr7TJ5S0T1weWm68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CDECBE-9DCA-4C0A-8257-B00FC421DCD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4DA3C5-FDA0-4347-B457-AF147D52699C}">
      <dgm:prSet/>
      <dgm:spPr/>
      <dgm:t>
        <a:bodyPr/>
        <a:lstStyle/>
        <a:p>
          <a:r>
            <a:rPr lang="es-CL"/>
            <a:t>Que hace el Sistema:</a:t>
          </a:r>
          <a:endParaRPr lang="en-US"/>
        </a:p>
      </dgm:t>
    </dgm:pt>
    <dgm:pt modelId="{4AF3FF69-9713-4295-998D-D0FA1EEE6A66}" type="parTrans" cxnId="{6EF8F058-2AAF-4670-A3F4-AF5CC732A44F}">
      <dgm:prSet/>
      <dgm:spPr/>
      <dgm:t>
        <a:bodyPr/>
        <a:lstStyle/>
        <a:p>
          <a:endParaRPr lang="en-US"/>
        </a:p>
      </dgm:t>
    </dgm:pt>
    <dgm:pt modelId="{D35F1B01-D9F7-41D8-9BA1-5C6E8B6AA335}" type="sibTrans" cxnId="{6EF8F058-2AAF-4670-A3F4-AF5CC732A44F}">
      <dgm:prSet/>
      <dgm:spPr/>
      <dgm:t>
        <a:bodyPr/>
        <a:lstStyle/>
        <a:p>
          <a:endParaRPr lang="en-US"/>
        </a:p>
      </dgm:t>
    </dgm:pt>
    <dgm:pt modelId="{EC99C924-69E5-4AD9-9E36-2DC5E6D0FE3B}">
      <dgm:prSet/>
      <dgm:spPr/>
      <dgm:t>
        <a:bodyPr/>
        <a:lstStyle/>
        <a:p>
          <a:r>
            <a:rPr lang="es-CL"/>
            <a:t>Permitir a los clientes navegar, buscar y visualizar productos de manera intuitiva.</a:t>
          </a:r>
          <a:endParaRPr lang="en-US"/>
        </a:p>
      </dgm:t>
    </dgm:pt>
    <dgm:pt modelId="{B6EE8E9A-D952-41DF-8874-556ABB7D4E1A}" type="parTrans" cxnId="{4C8EE32C-6D72-4F6B-84CF-A9F4898874DA}">
      <dgm:prSet/>
      <dgm:spPr/>
      <dgm:t>
        <a:bodyPr/>
        <a:lstStyle/>
        <a:p>
          <a:endParaRPr lang="en-US"/>
        </a:p>
      </dgm:t>
    </dgm:pt>
    <dgm:pt modelId="{6F893029-6B48-402A-9706-9718E4DBB3C9}" type="sibTrans" cxnId="{4C8EE32C-6D72-4F6B-84CF-A9F4898874DA}">
      <dgm:prSet/>
      <dgm:spPr/>
      <dgm:t>
        <a:bodyPr/>
        <a:lstStyle/>
        <a:p>
          <a:endParaRPr lang="en-US"/>
        </a:p>
      </dgm:t>
    </dgm:pt>
    <dgm:pt modelId="{415A5AA7-E25C-47C2-A17C-16C864E64D2C}">
      <dgm:prSet/>
      <dgm:spPr/>
      <dgm:t>
        <a:bodyPr/>
        <a:lstStyle/>
        <a:p>
          <a:r>
            <a:rPr lang="es-CL"/>
            <a:t>Gestionar un carrito de compras con integración a pasarelas de pago seguras .</a:t>
          </a:r>
          <a:endParaRPr lang="en-US"/>
        </a:p>
      </dgm:t>
    </dgm:pt>
    <dgm:pt modelId="{C8F8FE23-524F-4FB9-98D3-549240A0AB1A}" type="parTrans" cxnId="{7612C48B-3B86-4238-AB5D-16CCE8E6D2C6}">
      <dgm:prSet/>
      <dgm:spPr/>
      <dgm:t>
        <a:bodyPr/>
        <a:lstStyle/>
        <a:p>
          <a:endParaRPr lang="en-US"/>
        </a:p>
      </dgm:t>
    </dgm:pt>
    <dgm:pt modelId="{AAC5CF0F-D837-4033-B06B-9E8FAB74B015}" type="sibTrans" cxnId="{7612C48B-3B86-4238-AB5D-16CCE8E6D2C6}">
      <dgm:prSet/>
      <dgm:spPr/>
      <dgm:t>
        <a:bodyPr/>
        <a:lstStyle/>
        <a:p>
          <a:endParaRPr lang="en-US"/>
        </a:p>
      </dgm:t>
    </dgm:pt>
    <dgm:pt modelId="{40DDFEBF-ABDB-4792-B6B1-359DB2D546F9}">
      <dgm:prSet/>
      <dgm:spPr/>
      <dgm:t>
        <a:bodyPr/>
        <a:lstStyle/>
        <a:p>
          <a:r>
            <a:rPr lang="es-CL"/>
            <a:t>Administrar usuarios con distintos roles y niveles de permisos.</a:t>
          </a:r>
          <a:endParaRPr lang="en-US"/>
        </a:p>
      </dgm:t>
    </dgm:pt>
    <dgm:pt modelId="{F19AD892-9630-4ECB-BBC3-A60C3C6BB766}" type="parTrans" cxnId="{E56B2ECF-A1B8-4D07-9C3C-F92E9062561E}">
      <dgm:prSet/>
      <dgm:spPr/>
      <dgm:t>
        <a:bodyPr/>
        <a:lstStyle/>
        <a:p>
          <a:endParaRPr lang="en-US"/>
        </a:p>
      </dgm:t>
    </dgm:pt>
    <dgm:pt modelId="{FD28364F-4DC8-4130-8C48-F73F5AA3CF23}" type="sibTrans" cxnId="{E56B2ECF-A1B8-4D07-9C3C-F92E9062561E}">
      <dgm:prSet/>
      <dgm:spPr/>
      <dgm:t>
        <a:bodyPr/>
        <a:lstStyle/>
        <a:p>
          <a:endParaRPr lang="en-US"/>
        </a:p>
      </dgm:t>
    </dgm:pt>
    <dgm:pt modelId="{E240C0E4-6486-4929-A25E-B5D2365F0E31}">
      <dgm:prSet/>
      <dgm:spPr/>
      <dgm:t>
        <a:bodyPr/>
        <a:lstStyle/>
        <a:p>
          <a:r>
            <a:rPr lang="es-CL"/>
            <a:t>Implementar funcionalidades de autenticación y seguridad (registro, inicio/cierre de sesión, recuperación de contraseña).</a:t>
          </a:r>
          <a:endParaRPr lang="en-US"/>
        </a:p>
      </dgm:t>
    </dgm:pt>
    <dgm:pt modelId="{526A1757-C545-4A94-B282-21506A243CF9}" type="parTrans" cxnId="{FA735837-CEE1-4EC0-BEC2-0723989AF0E2}">
      <dgm:prSet/>
      <dgm:spPr/>
      <dgm:t>
        <a:bodyPr/>
        <a:lstStyle/>
        <a:p>
          <a:endParaRPr lang="en-US"/>
        </a:p>
      </dgm:t>
    </dgm:pt>
    <dgm:pt modelId="{9E9365A4-A6E3-4275-9E67-9E0753275832}" type="sibTrans" cxnId="{FA735837-CEE1-4EC0-BEC2-0723989AF0E2}">
      <dgm:prSet/>
      <dgm:spPr/>
      <dgm:t>
        <a:bodyPr/>
        <a:lstStyle/>
        <a:p>
          <a:endParaRPr lang="en-US"/>
        </a:p>
      </dgm:t>
    </dgm:pt>
    <dgm:pt modelId="{7416A276-EE86-4764-85FA-F51CFAB4EF45}">
      <dgm:prSet/>
      <dgm:spPr/>
      <dgm:t>
        <a:bodyPr/>
        <a:lstStyle/>
        <a:p>
          <a:r>
            <a:rPr lang="es-CL"/>
            <a:t>Mantener un historial de compras y generar notificaciones internas.</a:t>
          </a:r>
          <a:endParaRPr lang="en-US"/>
        </a:p>
      </dgm:t>
    </dgm:pt>
    <dgm:pt modelId="{55E6F256-8D65-4FD6-8EDD-32CEF41267AA}" type="parTrans" cxnId="{2FAAC3C9-6B1E-433A-B564-E12DE87F2922}">
      <dgm:prSet/>
      <dgm:spPr/>
      <dgm:t>
        <a:bodyPr/>
        <a:lstStyle/>
        <a:p>
          <a:endParaRPr lang="en-US"/>
        </a:p>
      </dgm:t>
    </dgm:pt>
    <dgm:pt modelId="{CCF56C8A-60B8-41F2-95EB-551640F08C8F}" type="sibTrans" cxnId="{2FAAC3C9-6B1E-433A-B564-E12DE87F2922}">
      <dgm:prSet/>
      <dgm:spPr/>
      <dgm:t>
        <a:bodyPr/>
        <a:lstStyle/>
        <a:p>
          <a:endParaRPr lang="en-US"/>
        </a:p>
      </dgm:t>
    </dgm:pt>
    <dgm:pt modelId="{4DC932CD-C778-4E20-8F06-4812C54E1D4F}">
      <dgm:prSet/>
      <dgm:spPr/>
      <dgm:t>
        <a:bodyPr/>
        <a:lstStyle/>
        <a:p>
          <a:r>
            <a:rPr lang="es-CL"/>
            <a:t>Integrar catálogos externos de proveedores vía API para gestión de dropshipping.</a:t>
          </a:r>
          <a:endParaRPr lang="en-US"/>
        </a:p>
      </dgm:t>
    </dgm:pt>
    <dgm:pt modelId="{D57A5A80-E987-45F1-B641-F55CE8C6ECE0}" type="parTrans" cxnId="{7735A238-5407-4585-88C3-567B11213F40}">
      <dgm:prSet/>
      <dgm:spPr/>
      <dgm:t>
        <a:bodyPr/>
        <a:lstStyle/>
        <a:p>
          <a:endParaRPr lang="en-US"/>
        </a:p>
      </dgm:t>
    </dgm:pt>
    <dgm:pt modelId="{439F1813-4B2B-4891-875C-B216B03FAA9B}" type="sibTrans" cxnId="{7735A238-5407-4585-88C3-567B11213F40}">
      <dgm:prSet/>
      <dgm:spPr/>
      <dgm:t>
        <a:bodyPr/>
        <a:lstStyle/>
        <a:p>
          <a:endParaRPr lang="en-US"/>
        </a:p>
      </dgm:t>
    </dgm:pt>
    <dgm:pt modelId="{11E467EA-DEA9-4B40-8B67-841D29151B6B}">
      <dgm:prSet/>
      <dgm:spPr/>
      <dgm:t>
        <a:bodyPr/>
        <a:lstStyle/>
        <a:p>
          <a:r>
            <a:rPr lang="es-CL"/>
            <a:t>Generar reportes y métricas de ventas, productos más vendidos y stock.</a:t>
          </a:r>
          <a:endParaRPr lang="en-US"/>
        </a:p>
      </dgm:t>
    </dgm:pt>
    <dgm:pt modelId="{17B154DA-7CC8-40B1-9C57-698A7D6201D9}" type="parTrans" cxnId="{C1CEEA97-E953-4121-93A7-016465A231AA}">
      <dgm:prSet/>
      <dgm:spPr/>
      <dgm:t>
        <a:bodyPr/>
        <a:lstStyle/>
        <a:p>
          <a:endParaRPr lang="en-US"/>
        </a:p>
      </dgm:t>
    </dgm:pt>
    <dgm:pt modelId="{458374CF-F756-488B-99F3-3FB3E15889B1}" type="sibTrans" cxnId="{C1CEEA97-E953-4121-93A7-016465A231AA}">
      <dgm:prSet/>
      <dgm:spPr/>
      <dgm:t>
        <a:bodyPr/>
        <a:lstStyle/>
        <a:p>
          <a:endParaRPr lang="en-US"/>
        </a:p>
      </dgm:t>
    </dgm:pt>
    <dgm:pt modelId="{0C1EAB2B-A067-4B52-86B1-5DD1038408D3}">
      <dgm:prSet/>
      <dgm:spPr/>
      <dgm:t>
        <a:bodyPr/>
        <a:lstStyle/>
        <a:p>
          <a:r>
            <a:rPr lang="es-CL"/>
            <a:t>Ofrecer una vista diferenciada para </a:t>
          </a:r>
          <a:r>
            <a:rPr lang="es-CL" b="1"/>
            <a:t>clientes</a:t>
          </a:r>
          <a:r>
            <a:rPr lang="es-CL"/>
            <a:t> y para </a:t>
          </a:r>
          <a:r>
            <a:rPr lang="es-CL" b="1"/>
            <a:t>administradores</a:t>
          </a:r>
          <a:endParaRPr lang="en-US"/>
        </a:p>
      </dgm:t>
    </dgm:pt>
    <dgm:pt modelId="{F28174CA-DA8C-46FE-82F2-C69DCD1A7431}" type="parTrans" cxnId="{A321790D-6F78-4CAD-924A-DC2045DD7276}">
      <dgm:prSet/>
      <dgm:spPr/>
      <dgm:t>
        <a:bodyPr/>
        <a:lstStyle/>
        <a:p>
          <a:endParaRPr lang="en-US"/>
        </a:p>
      </dgm:t>
    </dgm:pt>
    <dgm:pt modelId="{0136F0D9-C30A-41BB-98AE-804253AB43BF}" type="sibTrans" cxnId="{A321790D-6F78-4CAD-924A-DC2045DD7276}">
      <dgm:prSet/>
      <dgm:spPr/>
      <dgm:t>
        <a:bodyPr/>
        <a:lstStyle/>
        <a:p>
          <a:endParaRPr lang="en-US"/>
        </a:p>
      </dgm:t>
    </dgm:pt>
    <dgm:pt modelId="{0B623DEE-2474-4DD3-AF15-393AAC68A1C6}">
      <dgm:prSet/>
      <dgm:spPr/>
      <dgm:t>
        <a:bodyPr/>
        <a:lstStyle/>
        <a:p>
          <a:r>
            <a:rPr lang="es-CL"/>
            <a:t>Qué no hace:</a:t>
          </a:r>
          <a:endParaRPr lang="en-US"/>
        </a:p>
      </dgm:t>
    </dgm:pt>
    <dgm:pt modelId="{31059874-BA29-4464-B514-D5B6C4E678E5}" type="parTrans" cxnId="{7200CC04-12E3-498C-9434-1A6008F56649}">
      <dgm:prSet/>
      <dgm:spPr/>
      <dgm:t>
        <a:bodyPr/>
        <a:lstStyle/>
        <a:p>
          <a:endParaRPr lang="en-US"/>
        </a:p>
      </dgm:t>
    </dgm:pt>
    <dgm:pt modelId="{78C5546A-CA3D-4E01-9EAC-3E8AB582BC0C}" type="sibTrans" cxnId="{7200CC04-12E3-498C-9434-1A6008F56649}">
      <dgm:prSet/>
      <dgm:spPr/>
      <dgm:t>
        <a:bodyPr/>
        <a:lstStyle/>
        <a:p>
          <a:endParaRPr lang="en-US"/>
        </a:p>
      </dgm:t>
    </dgm:pt>
    <dgm:pt modelId="{9699BD31-7920-477B-A411-0DC9C70E7DEB}">
      <dgm:prSet/>
      <dgm:spPr/>
      <dgm:t>
        <a:bodyPr/>
        <a:lstStyle/>
        <a:p>
          <a:r>
            <a:rPr lang="es-CL"/>
            <a:t>No realizará la logística física de entrega de productos (envíos, bodegas o distribución).</a:t>
          </a:r>
          <a:endParaRPr lang="en-US"/>
        </a:p>
      </dgm:t>
    </dgm:pt>
    <dgm:pt modelId="{74244094-2555-453A-B994-F334DE48776D}" type="parTrans" cxnId="{69652C2D-77AE-4EDF-A553-00B366449C77}">
      <dgm:prSet/>
      <dgm:spPr/>
      <dgm:t>
        <a:bodyPr/>
        <a:lstStyle/>
        <a:p>
          <a:endParaRPr lang="en-US"/>
        </a:p>
      </dgm:t>
    </dgm:pt>
    <dgm:pt modelId="{C4073ED5-6FB9-458C-8792-B2841E11D3A5}" type="sibTrans" cxnId="{69652C2D-77AE-4EDF-A553-00B366449C77}">
      <dgm:prSet/>
      <dgm:spPr/>
      <dgm:t>
        <a:bodyPr/>
        <a:lstStyle/>
        <a:p>
          <a:endParaRPr lang="en-US"/>
        </a:p>
      </dgm:t>
    </dgm:pt>
    <dgm:pt modelId="{AD37B7E9-7ED5-420A-9C4E-CF52B4F07FB3}">
      <dgm:prSet/>
      <dgm:spPr/>
      <dgm:t>
        <a:bodyPr/>
        <a:lstStyle/>
        <a:p>
          <a:r>
            <a:rPr lang="es-CL"/>
            <a:t>No gestionará inventario en tiempo real de los proveedores externos, más allá de lo que provean las APIs disponibles.</a:t>
          </a:r>
          <a:endParaRPr lang="en-US"/>
        </a:p>
      </dgm:t>
    </dgm:pt>
    <dgm:pt modelId="{A6F347A0-88F8-452F-BD75-DB2F32ECAEE8}" type="parTrans" cxnId="{73D641B6-5088-4A24-8400-39930B39BCC4}">
      <dgm:prSet/>
      <dgm:spPr/>
      <dgm:t>
        <a:bodyPr/>
        <a:lstStyle/>
        <a:p>
          <a:endParaRPr lang="en-US"/>
        </a:p>
      </dgm:t>
    </dgm:pt>
    <dgm:pt modelId="{C96608B5-AEC8-4356-BE31-17E569A78C1F}" type="sibTrans" cxnId="{73D641B6-5088-4A24-8400-39930B39BCC4}">
      <dgm:prSet/>
      <dgm:spPr/>
      <dgm:t>
        <a:bodyPr/>
        <a:lstStyle/>
        <a:p>
          <a:endParaRPr lang="en-US"/>
        </a:p>
      </dgm:t>
    </dgm:pt>
    <dgm:pt modelId="{147D0BD2-4D15-486C-BF7E-1838C534F309}">
      <dgm:prSet/>
      <dgm:spPr/>
      <dgm:t>
        <a:bodyPr/>
        <a:lstStyle/>
        <a:p>
          <a:r>
            <a:rPr lang="es-CL"/>
            <a:t>No cubrirá la contabilidad completa de la empresa (solo reportes básicos de ventas).</a:t>
          </a:r>
          <a:endParaRPr lang="en-US"/>
        </a:p>
      </dgm:t>
    </dgm:pt>
    <dgm:pt modelId="{954E8417-C873-4E09-A0A7-B893C1D9751B}" type="parTrans" cxnId="{23E79387-ACA0-419F-9F25-DF9E588BCED7}">
      <dgm:prSet/>
      <dgm:spPr/>
      <dgm:t>
        <a:bodyPr/>
        <a:lstStyle/>
        <a:p>
          <a:endParaRPr lang="en-US"/>
        </a:p>
      </dgm:t>
    </dgm:pt>
    <dgm:pt modelId="{6F7166D9-2C65-4A38-92E4-F6AC617A473C}" type="sibTrans" cxnId="{23E79387-ACA0-419F-9F25-DF9E588BCED7}">
      <dgm:prSet/>
      <dgm:spPr/>
      <dgm:t>
        <a:bodyPr/>
        <a:lstStyle/>
        <a:p>
          <a:endParaRPr lang="en-US"/>
        </a:p>
      </dgm:t>
    </dgm:pt>
    <dgm:pt modelId="{F544A6BD-9FC4-4609-8A30-EC90DCFE8D83}">
      <dgm:prSet/>
      <dgm:spPr/>
      <dgm:t>
        <a:bodyPr/>
        <a:lstStyle/>
        <a:p>
          <a:r>
            <a:rPr lang="es-CL"/>
            <a:t>No reemplazará sistemas ERP o de gestión de recursos humanos.</a:t>
          </a:r>
          <a:endParaRPr lang="en-US"/>
        </a:p>
      </dgm:t>
    </dgm:pt>
    <dgm:pt modelId="{DD0AB5D9-D10C-4B2B-83D7-0E868B6957D6}" type="parTrans" cxnId="{DDF5BE72-DE1A-4A2A-A78C-49967026BC98}">
      <dgm:prSet/>
      <dgm:spPr/>
      <dgm:t>
        <a:bodyPr/>
        <a:lstStyle/>
        <a:p>
          <a:endParaRPr lang="en-US"/>
        </a:p>
      </dgm:t>
    </dgm:pt>
    <dgm:pt modelId="{7003393F-A517-47CA-8B16-1BBB1B870041}" type="sibTrans" cxnId="{DDF5BE72-DE1A-4A2A-A78C-49967026BC98}">
      <dgm:prSet/>
      <dgm:spPr/>
      <dgm:t>
        <a:bodyPr/>
        <a:lstStyle/>
        <a:p>
          <a:endParaRPr lang="en-US"/>
        </a:p>
      </dgm:t>
    </dgm:pt>
    <dgm:pt modelId="{C7F8D0EC-AE77-440E-9C97-3C17F2F2EB1D}" type="pres">
      <dgm:prSet presAssocID="{DCCDECBE-9DCA-4C0A-8257-B00FC421DCDF}" presName="diagram" presStyleCnt="0">
        <dgm:presLayoutVars>
          <dgm:dir/>
          <dgm:resizeHandles val="exact"/>
        </dgm:presLayoutVars>
      </dgm:prSet>
      <dgm:spPr/>
    </dgm:pt>
    <dgm:pt modelId="{DC34D41F-5525-418F-8F4F-1E717A2BFC3E}" type="pres">
      <dgm:prSet presAssocID="{B54DA3C5-FDA0-4347-B457-AF147D52699C}" presName="node" presStyleLbl="node1" presStyleIdx="0" presStyleCnt="2">
        <dgm:presLayoutVars>
          <dgm:bulletEnabled val="1"/>
        </dgm:presLayoutVars>
      </dgm:prSet>
      <dgm:spPr/>
    </dgm:pt>
    <dgm:pt modelId="{393DC5F3-68A2-4E1A-83DD-90249018112C}" type="pres">
      <dgm:prSet presAssocID="{D35F1B01-D9F7-41D8-9BA1-5C6E8B6AA335}" presName="sibTrans" presStyleCnt="0"/>
      <dgm:spPr/>
    </dgm:pt>
    <dgm:pt modelId="{50540AC9-48FD-45BD-9BAC-54F59C208785}" type="pres">
      <dgm:prSet presAssocID="{0B623DEE-2474-4DD3-AF15-393AAC68A1C6}" presName="node" presStyleLbl="node1" presStyleIdx="1" presStyleCnt="2">
        <dgm:presLayoutVars>
          <dgm:bulletEnabled val="1"/>
        </dgm:presLayoutVars>
      </dgm:prSet>
      <dgm:spPr/>
    </dgm:pt>
  </dgm:ptLst>
  <dgm:cxnLst>
    <dgm:cxn modelId="{805C3703-31C6-42BA-82A5-1AA9A93F8CA6}" type="presOf" srcId="{B54DA3C5-FDA0-4347-B457-AF147D52699C}" destId="{DC34D41F-5525-418F-8F4F-1E717A2BFC3E}" srcOrd="0" destOrd="0" presId="urn:microsoft.com/office/officeart/2005/8/layout/default"/>
    <dgm:cxn modelId="{7200CC04-12E3-498C-9434-1A6008F56649}" srcId="{DCCDECBE-9DCA-4C0A-8257-B00FC421DCDF}" destId="{0B623DEE-2474-4DD3-AF15-393AAC68A1C6}" srcOrd="1" destOrd="0" parTransId="{31059874-BA29-4464-B514-D5B6C4E678E5}" sibTransId="{78C5546A-CA3D-4E01-9EAC-3E8AB582BC0C}"/>
    <dgm:cxn modelId="{CBF9D90B-E2DF-4F0B-A9D9-FB0B59DD54AD}" type="presOf" srcId="{F544A6BD-9FC4-4609-8A30-EC90DCFE8D83}" destId="{50540AC9-48FD-45BD-9BAC-54F59C208785}" srcOrd="0" destOrd="4" presId="urn:microsoft.com/office/officeart/2005/8/layout/default"/>
    <dgm:cxn modelId="{A321790D-6F78-4CAD-924A-DC2045DD7276}" srcId="{B54DA3C5-FDA0-4347-B457-AF147D52699C}" destId="{0C1EAB2B-A067-4B52-86B1-5DD1038408D3}" srcOrd="7" destOrd="0" parTransId="{F28174CA-DA8C-46FE-82F2-C69DCD1A7431}" sibTransId="{0136F0D9-C30A-41BB-98AE-804253AB43BF}"/>
    <dgm:cxn modelId="{760AC812-B621-453F-BA1A-AB3C75E93FDF}" type="presOf" srcId="{EC99C924-69E5-4AD9-9E36-2DC5E6D0FE3B}" destId="{DC34D41F-5525-418F-8F4F-1E717A2BFC3E}" srcOrd="0" destOrd="1" presId="urn:microsoft.com/office/officeart/2005/8/layout/default"/>
    <dgm:cxn modelId="{EA36BA19-6CAB-424A-9407-229BADDE359D}" type="presOf" srcId="{0C1EAB2B-A067-4B52-86B1-5DD1038408D3}" destId="{DC34D41F-5525-418F-8F4F-1E717A2BFC3E}" srcOrd="0" destOrd="8" presId="urn:microsoft.com/office/officeart/2005/8/layout/default"/>
    <dgm:cxn modelId="{6C9DF61C-E0E6-4A9F-9A31-49C5D3491B73}" type="presOf" srcId="{7416A276-EE86-4764-85FA-F51CFAB4EF45}" destId="{DC34D41F-5525-418F-8F4F-1E717A2BFC3E}" srcOrd="0" destOrd="5" presId="urn:microsoft.com/office/officeart/2005/8/layout/default"/>
    <dgm:cxn modelId="{7E181623-2219-41D2-B641-EB5CA398DCA1}" type="presOf" srcId="{0B623DEE-2474-4DD3-AF15-393AAC68A1C6}" destId="{50540AC9-48FD-45BD-9BAC-54F59C208785}" srcOrd="0" destOrd="0" presId="urn:microsoft.com/office/officeart/2005/8/layout/default"/>
    <dgm:cxn modelId="{4C8EE32C-6D72-4F6B-84CF-A9F4898874DA}" srcId="{B54DA3C5-FDA0-4347-B457-AF147D52699C}" destId="{EC99C924-69E5-4AD9-9E36-2DC5E6D0FE3B}" srcOrd="0" destOrd="0" parTransId="{B6EE8E9A-D952-41DF-8874-556ABB7D4E1A}" sibTransId="{6F893029-6B48-402A-9706-9718E4DBB3C9}"/>
    <dgm:cxn modelId="{69652C2D-77AE-4EDF-A553-00B366449C77}" srcId="{0B623DEE-2474-4DD3-AF15-393AAC68A1C6}" destId="{9699BD31-7920-477B-A411-0DC9C70E7DEB}" srcOrd="0" destOrd="0" parTransId="{74244094-2555-453A-B994-F334DE48776D}" sibTransId="{C4073ED5-6FB9-458C-8792-B2841E11D3A5}"/>
    <dgm:cxn modelId="{3FFE2837-D90B-4FAB-BEE1-63582F59713D}" type="presOf" srcId="{4DC932CD-C778-4E20-8F06-4812C54E1D4F}" destId="{DC34D41F-5525-418F-8F4F-1E717A2BFC3E}" srcOrd="0" destOrd="6" presId="urn:microsoft.com/office/officeart/2005/8/layout/default"/>
    <dgm:cxn modelId="{FA735837-CEE1-4EC0-BEC2-0723989AF0E2}" srcId="{B54DA3C5-FDA0-4347-B457-AF147D52699C}" destId="{E240C0E4-6486-4929-A25E-B5D2365F0E31}" srcOrd="3" destOrd="0" parTransId="{526A1757-C545-4A94-B282-21506A243CF9}" sibTransId="{9E9365A4-A6E3-4275-9E67-9E0753275832}"/>
    <dgm:cxn modelId="{7735A238-5407-4585-88C3-567B11213F40}" srcId="{B54DA3C5-FDA0-4347-B457-AF147D52699C}" destId="{4DC932CD-C778-4E20-8F06-4812C54E1D4F}" srcOrd="5" destOrd="0" parTransId="{D57A5A80-E987-45F1-B641-F55CE8C6ECE0}" sibTransId="{439F1813-4B2B-4891-875C-B216B03FAA9B}"/>
    <dgm:cxn modelId="{8A081049-6FA1-42DF-9B38-3884F14DB18B}" type="presOf" srcId="{AD37B7E9-7ED5-420A-9C4E-CF52B4F07FB3}" destId="{50540AC9-48FD-45BD-9BAC-54F59C208785}" srcOrd="0" destOrd="2" presId="urn:microsoft.com/office/officeart/2005/8/layout/default"/>
    <dgm:cxn modelId="{DDF5BE72-DE1A-4A2A-A78C-49967026BC98}" srcId="{0B623DEE-2474-4DD3-AF15-393AAC68A1C6}" destId="{F544A6BD-9FC4-4609-8A30-EC90DCFE8D83}" srcOrd="3" destOrd="0" parTransId="{DD0AB5D9-D10C-4B2B-83D7-0E868B6957D6}" sibTransId="{7003393F-A517-47CA-8B16-1BBB1B870041}"/>
    <dgm:cxn modelId="{C9C06D73-DE9B-4895-B3C9-E93ADDF46D98}" type="presOf" srcId="{E240C0E4-6486-4929-A25E-B5D2365F0E31}" destId="{DC34D41F-5525-418F-8F4F-1E717A2BFC3E}" srcOrd="0" destOrd="4" presId="urn:microsoft.com/office/officeart/2005/8/layout/default"/>
    <dgm:cxn modelId="{16B25B56-28C9-4D50-894F-E20B82757508}" type="presOf" srcId="{DCCDECBE-9DCA-4C0A-8257-B00FC421DCDF}" destId="{C7F8D0EC-AE77-440E-9C97-3C17F2F2EB1D}" srcOrd="0" destOrd="0" presId="urn:microsoft.com/office/officeart/2005/8/layout/default"/>
    <dgm:cxn modelId="{6EF8F058-2AAF-4670-A3F4-AF5CC732A44F}" srcId="{DCCDECBE-9DCA-4C0A-8257-B00FC421DCDF}" destId="{B54DA3C5-FDA0-4347-B457-AF147D52699C}" srcOrd="0" destOrd="0" parTransId="{4AF3FF69-9713-4295-998D-D0FA1EEE6A66}" sibTransId="{D35F1B01-D9F7-41D8-9BA1-5C6E8B6AA335}"/>
    <dgm:cxn modelId="{E814BB59-D7C1-4A0E-A342-B9E5DD7CD9F2}" type="presOf" srcId="{415A5AA7-E25C-47C2-A17C-16C864E64D2C}" destId="{DC34D41F-5525-418F-8F4F-1E717A2BFC3E}" srcOrd="0" destOrd="2" presId="urn:microsoft.com/office/officeart/2005/8/layout/default"/>
    <dgm:cxn modelId="{5968C37A-6668-4FD0-9F8D-F5B6AC772346}" type="presOf" srcId="{147D0BD2-4D15-486C-BF7E-1838C534F309}" destId="{50540AC9-48FD-45BD-9BAC-54F59C208785}" srcOrd="0" destOrd="3" presId="urn:microsoft.com/office/officeart/2005/8/layout/default"/>
    <dgm:cxn modelId="{6FB6DD82-60F4-428F-A195-F34C158E78A4}" type="presOf" srcId="{40DDFEBF-ABDB-4792-B6B1-359DB2D546F9}" destId="{DC34D41F-5525-418F-8F4F-1E717A2BFC3E}" srcOrd="0" destOrd="3" presId="urn:microsoft.com/office/officeart/2005/8/layout/default"/>
    <dgm:cxn modelId="{23E79387-ACA0-419F-9F25-DF9E588BCED7}" srcId="{0B623DEE-2474-4DD3-AF15-393AAC68A1C6}" destId="{147D0BD2-4D15-486C-BF7E-1838C534F309}" srcOrd="2" destOrd="0" parTransId="{954E8417-C873-4E09-A0A7-B893C1D9751B}" sibTransId="{6F7166D9-2C65-4A38-92E4-F6AC617A473C}"/>
    <dgm:cxn modelId="{7612C48B-3B86-4238-AB5D-16CCE8E6D2C6}" srcId="{B54DA3C5-FDA0-4347-B457-AF147D52699C}" destId="{415A5AA7-E25C-47C2-A17C-16C864E64D2C}" srcOrd="1" destOrd="0" parTransId="{C8F8FE23-524F-4FB9-98D3-549240A0AB1A}" sibTransId="{AAC5CF0F-D837-4033-B06B-9E8FAB74B015}"/>
    <dgm:cxn modelId="{C1CEEA97-E953-4121-93A7-016465A231AA}" srcId="{B54DA3C5-FDA0-4347-B457-AF147D52699C}" destId="{11E467EA-DEA9-4B40-8B67-841D29151B6B}" srcOrd="6" destOrd="0" parTransId="{17B154DA-7CC8-40B1-9C57-698A7D6201D9}" sibTransId="{458374CF-F756-488B-99F3-3FB3E15889B1}"/>
    <dgm:cxn modelId="{73D641B6-5088-4A24-8400-39930B39BCC4}" srcId="{0B623DEE-2474-4DD3-AF15-393AAC68A1C6}" destId="{AD37B7E9-7ED5-420A-9C4E-CF52B4F07FB3}" srcOrd="1" destOrd="0" parTransId="{A6F347A0-88F8-452F-BD75-DB2F32ECAEE8}" sibTransId="{C96608B5-AEC8-4356-BE31-17E569A78C1F}"/>
    <dgm:cxn modelId="{2FAAC3C9-6B1E-433A-B564-E12DE87F2922}" srcId="{B54DA3C5-FDA0-4347-B457-AF147D52699C}" destId="{7416A276-EE86-4764-85FA-F51CFAB4EF45}" srcOrd="4" destOrd="0" parTransId="{55E6F256-8D65-4FD6-8EDD-32CEF41267AA}" sibTransId="{CCF56C8A-60B8-41F2-95EB-551640F08C8F}"/>
    <dgm:cxn modelId="{E56B2ECF-A1B8-4D07-9C3C-F92E9062561E}" srcId="{B54DA3C5-FDA0-4347-B457-AF147D52699C}" destId="{40DDFEBF-ABDB-4792-B6B1-359DB2D546F9}" srcOrd="2" destOrd="0" parTransId="{F19AD892-9630-4ECB-BBC3-A60C3C6BB766}" sibTransId="{FD28364F-4DC8-4130-8C48-F73F5AA3CF23}"/>
    <dgm:cxn modelId="{F8AC0BE0-DE17-4367-8F13-FBD75DF6ECA9}" type="presOf" srcId="{11E467EA-DEA9-4B40-8B67-841D29151B6B}" destId="{DC34D41F-5525-418F-8F4F-1E717A2BFC3E}" srcOrd="0" destOrd="7" presId="urn:microsoft.com/office/officeart/2005/8/layout/default"/>
    <dgm:cxn modelId="{D24267E2-B723-4ED7-8F93-1C1E555ADDC7}" type="presOf" srcId="{9699BD31-7920-477B-A411-0DC9C70E7DEB}" destId="{50540AC9-48FD-45BD-9BAC-54F59C208785}" srcOrd="0" destOrd="1" presId="urn:microsoft.com/office/officeart/2005/8/layout/default"/>
    <dgm:cxn modelId="{742DDA74-7BB1-4F55-A7BA-BFD9893BDC96}" type="presParOf" srcId="{C7F8D0EC-AE77-440E-9C97-3C17F2F2EB1D}" destId="{DC34D41F-5525-418F-8F4F-1E717A2BFC3E}" srcOrd="0" destOrd="0" presId="urn:microsoft.com/office/officeart/2005/8/layout/default"/>
    <dgm:cxn modelId="{28020F91-93F3-4B90-8012-C40CFFEFD2A9}" type="presParOf" srcId="{C7F8D0EC-AE77-440E-9C97-3C17F2F2EB1D}" destId="{393DC5F3-68A2-4E1A-83DD-90249018112C}" srcOrd="1" destOrd="0" presId="urn:microsoft.com/office/officeart/2005/8/layout/default"/>
    <dgm:cxn modelId="{CD90C2BA-866E-4845-8F78-EC2D654C836F}" type="presParOf" srcId="{C7F8D0EC-AE77-440E-9C97-3C17F2F2EB1D}" destId="{50540AC9-48FD-45BD-9BAC-54F59C20878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8F2232-E1A1-4E4C-992D-24BD829F003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3C7B7EA-03A3-447B-AD39-A52E33192268}">
      <dgm:prSet/>
      <dgm:spPr/>
      <dgm:t>
        <a:bodyPr/>
        <a:lstStyle/>
        <a:p>
          <a:r>
            <a:rPr lang="es-CL"/>
            <a:t>Especificación de las Pruebas aplicadas al Sistema y Resultados Obtenidos </a:t>
          </a:r>
          <a:endParaRPr lang="en-US"/>
        </a:p>
      </dgm:t>
    </dgm:pt>
    <dgm:pt modelId="{24716DF0-BEBB-4813-BB29-7E3F3723C72D}" type="parTrans" cxnId="{463792CB-221D-4A85-A2A3-5EF4BD8EF28A}">
      <dgm:prSet/>
      <dgm:spPr/>
      <dgm:t>
        <a:bodyPr/>
        <a:lstStyle/>
        <a:p>
          <a:endParaRPr lang="en-US"/>
        </a:p>
      </dgm:t>
    </dgm:pt>
    <dgm:pt modelId="{D03E85D6-707D-41F2-8C49-63C3F6812DD7}" type="sibTrans" cxnId="{463792CB-221D-4A85-A2A3-5EF4BD8EF28A}">
      <dgm:prSet/>
      <dgm:spPr/>
      <dgm:t>
        <a:bodyPr/>
        <a:lstStyle/>
        <a:p>
          <a:endParaRPr lang="en-US"/>
        </a:p>
      </dgm:t>
    </dgm:pt>
    <dgm:pt modelId="{F20763FE-7AB4-444B-AEA9-AF8B08D7DEC1}">
      <dgm:prSet/>
      <dgm:spPr/>
      <dgm:t>
        <a:bodyPr/>
        <a:lstStyle/>
        <a:p>
          <a:r>
            <a:rPr lang="es-CL" b="1"/>
            <a:t>Ciclo 1 – Pruebas Unitarias</a:t>
          </a:r>
          <a:endParaRPr lang="en-US"/>
        </a:p>
      </dgm:t>
    </dgm:pt>
    <dgm:pt modelId="{4B278EE9-A34E-4540-A749-96DAC1FCE672}" type="parTrans" cxnId="{5DBD4833-0CFE-4989-BFF9-8B432277DC7B}">
      <dgm:prSet/>
      <dgm:spPr/>
      <dgm:t>
        <a:bodyPr/>
        <a:lstStyle/>
        <a:p>
          <a:endParaRPr lang="en-US"/>
        </a:p>
      </dgm:t>
    </dgm:pt>
    <dgm:pt modelId="{FA65A5F7-8904-4FAC-9AA3-26BC834CF883}" type="sibTrans" cxnId="{5DBD4833-0CFE-4989-BFF9-8B432277DC7B}">
      <dgm:prSet/>
      <dgm:spPr/>
      <dgm:t>
        <a:bodyPr/>
        <a:lstStyle/>
        <a:p>
          <a:endParaRPr lang="en-US"/>
        </a:p>
      </dgm:t>
    </dgm:pt>
    <dgm:pt modelId="{B501A4D5-FD64-4719-92AE-CE4D9FF94A67}">
      <dgm:prSet/>
      <dgm:spPr/>
      <dgm:t>
        <a:bodyPr/>
        <a:lstStyle/>
        <a:p>
          <a:r>
            <a:rPr lang="es-CL" b="1"/>
            <a:t>Objetivo:</a:t>
          </a:r>
          <a:r>
            <a:rPr lang="es-CL"/>
            <a:t> Verificar el correcto funcionamiento de módulos individuales.</a:t>
          </a:r>
          <a:endParaRPr lang="en-US"/>
        </a:p>
      </dgm:t>
    </dgm:pt>
    <dgm:pt modelId="{A79FB13B-56C1-4ADE-96FF-FCADD49BFC51}" type="parTrans" cxnId="{AAD2A4BE-DB56-45A4-8F83-33AA0743DB09}">
      <dgm:prSet/>
      <dgm:spPr/>
      <dgm:t>
        <a:bodyPr/>
        <a:lstStyle/>
        <a:p>
          <a:endParaRPr lang="en-US"/>
        </a:p>
      </dgm:t>
    </dgm:pt>
    <dgm:pt modelId="{57E7AB42-DAE6-40D3-93D3-0826F6C606B1}" type="sibTrans" cxnId="{AAD2A4BE-DB56-45A4-8F83-33AA0743DB09}">
      <dgm:prSet/>
      <dgm:spPr/>
      <dgm:t>
        <a:bodyPr/>
        <a:lstStyle/>
        <a:p>
          <a:endParaRPr lang="en-US"/>
        </a:p>
      </dgm:t>
    </dgm:pt>
    <dgm:pt modelId="{0997237F-AC33-418E-8CCB-4E117C3EF797}">
      <dgm:prSet/>
      <dgm:spPr/>
      <dgm:t>
        <a:bodyPr/>
        <a:lstStyle/>
        <a:p>
          <a:r>
            <a:rPr lang="es-CL" b="1"/>
            <a:t>Tareas/Actividades:</a:t>
          </a:r>
          <a:endParaRPr lang="en-US"/>
        </a:p>
      </dgm:t>
    </dgm:pt>
    <dgm:pt modelId="{FFF4DFB7-9C97-4E02-AE9B-86C137E3446D}" type="parTrans" cxnId="{86CF0549-64E6-4340-82EB-669833B5A2D2}">
      <dgm:prSet/>
      <dgm:spPr/>
      <dgm:t>
        <a:bodyPr/>
        <a:lstStyle/>
        <a:p>
          <a:endParaRPr lang="en-US"/>
        </a:p>
      </dgm:t>
    </dgm:pt>
    <dgm:pt modelId="{4C582C32-3783-4CE6-B460-D61977AEF962}" type="sibTrans" cxnId="{86CF0549-64E6-4340-82EB-669833B5A2D2}">
      <dgm:prSet/>
      <dgm:spPr/>
      <dgm:t>
        <a:bodyPr/>
        <a:lstStyle/>
        <a:p>
          <a:endParaRPr lang="en-US"/>
        </a:p>
      </dgm:t>
    </dgm:pt>
    <dgm:pt modelId="{7F146337-34C1-4B06-98E3-F7554A434A31}">
      <dgm:prSet/>
      <dgm:spPr/>
      <dgm:t>
        <a:bodyPr/>
        <a:lstStyle/>
        <a:p>
          <a:r>
            <a:rPr lang="es-CL"/>
            <a:t>Ejecutar pruebas de CRUD de usuarios, productos, carrito y pedidos.</a:t>
          </a:r>
          <a:endParaRPr lang="en-US"/>
        </a:p>
      </dgm:t>
    </dgm:pt>
    <dgm:pt modelId="{23441B54-C3D8-4B38-A5E8-20549AA7C19B}" type="parTrans" cxnId="{4B0060E9-ECDF-40D5-93CC-F8412CA4743B}">
      <dgm:prSet/>
      <dgm:spPr/>
      <dgm:t>
        <a:bodyPr/>
        <a:lstStyle/>
        <a:p>
          <a:endParaRPr lang="en-US"/>
        </a:p>
      </dgm:t>
    </dgm:pt>
    <dgm:pt modelId="{4340FD3D-7009-4E94-AB7E-99B8B2EA9AE0}" type="sibTrans" cxnId="{4B0060E9-ECDF-40D5-93CC-F8412CA4743B}">
      <dgm:prSet/>
      <dgm:spPr/>
      <dgm:t>
        <a:bodyPr/>
        <a:lstStyle/>
        <a:p>
          <a:endParaRPr lang="en-US"/>
        </a:p>
      </dgm:t>
    </dgm:pt>
    <dgm:pt modelId="{51E9624C-022A-434A-BBF5-9209953A63A6}">
      <dgm:prSet/>
      <dgm:spPr/>
      <dgm:t>
        <a:bodyPr/>
        <a:lstStyle/>
        <a:p>
          <a:r>
            <a:rPr lang="es-CL"/>
            <a:t>Validar funciones individuales con Selenium.</a:t>
          </a:r>
          <a:endParaRPr lang="en-US"/>
        </a:p>
      </dgm:t>
    </dgm:pt>
    <dgm:pt modelId="{8EDE7E92-74B5-4CEE-9890-6024E21DA754}" type="parTrans" cxnId="{DDE01759-2A26-4177-9CEA-A64E2C9F2E9B}">
      <dgm:prSet/>
      <dgm:spPr/>
      <dgm:t>
        <a:bodyPr/>
        <a:lstStyle/>
        <a:p>
          <a:endParaRPr lang="en-US"/>
        </a:p>
      </dgm:t>
    </dgm:pt>
    <dgm:pt modelId="{307396F7-3225-4DEB-ACF7-9B05EAF46EC8}" type="sibTrans" cxnId="{DDE01759-2A26-4177-9CEA-A64E2C9F2E9B}">
      <dgm:prSet/>
      <dgm:spPr/>
      <dgm:t>
        <a:bodyPr/>
        <a:lstStyle/>
        <a:p>
          <a:endParaRPr lang="en-US"/>
        </a:p>
      </dgm:t>
    </dgm:pt>
    <dgm:pt modelId="{90AF4BCD-03B5-496B-BD5B-A8E3B1F07FFF}">
      <dgm:prSet/>
      <dgm:spPr/>
      <dgm:t>
        <a:bodyPr/>
        <a:lstStyle/>
        <a:p>
          <a:r>
            <a:rPr lang="es-CL"/>
            <a:t>Registrar errores encontrados.</a:t>
          </a:r>
          <a:br>
            <a:rPr lang="es-CL"/>
          </a:br>
          <a:endParaRPr lang="en-US"/>
        </a:p>
      </dgm:t>
    </dgm:pt>
    <dgm:pt modelId="{49455949-E6F3-4BE8-81A0-AAB1C2AF2457}" type="parTrans" cxnId="{0FF8D7C1-0E2A-4EA1-9B19-6007477BDFE1}">
      <dgm:prSet/>
      <dgm:spPr/>
      <dgm:t>
        <a:bodyPr/>
        <a:lstStyle/>
        <a:p>
          <a:endParaRPr lang="en-US"/>
        </a:p>
      </dgm:t>
    </dgm:pt>
    <dgm:pt modelId="{28F95AC5-EE2F-4D2E-963E-98230326BE92}" type="sibTrans" cxnId="{0FF8D7C1-0E2A-4EA1-9B19-6007477BDFE1}">
      <dgm:prSet/>
      <dgm:spPr/>
      <dgm:t>
        <a:bodyPr/>
        <a:lstStyle/>
        <a:p>
          <a:endParaRPr lang="en-US"/>
        </a:p>
      </dgm:t>
    </dgm:pt>
    <dgm:pt modelId="{DD2D46DB-80AB-4138-98E9-E0FDE54E553F}">
      <dgm:prSet/>
      <dgm:spPr/>
      <dgm:t>
        <a:bodyPr/>
        <a:lstStyle/>
        <a:p>
          <a:r>
            <a:rPr lang="es-CL" b="1"/>
            <a:t>Responsable:</a:t>
          </a:r>
          <a:r>
            <a:rPr lang="es-CL"/>
            <a:t> Jorge Valenzuela (Tester)</a:t>
          </a:r>
          <a:endParaRPr lang="en-US"/>
        </a:p>
      </dgm:t>
    </dgm:pt>
    <dgm:pt modelId="{80064B1E-7D8E-455D-B247-DB0060966A94}" type="parTrans" cxnId="{1C2D8996-B465-414F-A562-434690CA2020}">
      <dgm:prSet/>
      <dgm:spPr/>
      <dgm:t>
        <a:bodyPr/>
        <a:lstStyle/>
        <a:p>
          <a:endParaRPr lang="en-US"/>
        </a:p>
      </dgm:t>
    </dgm:pt>
    <dgm:pt modelId="{4659ADC2-6C3C-4E38-9B88-7308B1B2A3F2}" type="sibTrans" cxnId="{1C2D8996-B465-414F-A562-434690CA2020}">
      <dgm:prSet/>
      <dgm:spPr/>
      <dgm:t>
        <a:bodyPr/>
        <a:lstStyle/>
        <a:p>
          <a:endParaRPr lang="en-US"/>
        </a:p>
      </dgm:t>
    </dgm:pt>
    <dgm:pt modelId="{6E2E9D47-6066-4629-978A-8173C19A6ABF}">
      <dgm:prSet/>
      <dgm:spPr/>
      <dgm:t>
        <a:bodyPr/>
        <a:lstStyle/>
        <a:p>
          <a:r>
            <a:rPr lang="es-CL" b="1"/>
            <a:t>Artefactos:</a:t>
          </a:r>
          <a:r>
            <a:rPr lang="es-CL"/>
            <a:t> Casos de prueba unitarios, logs de ejecución, screenshots de errores.</a:t>
          </a:r>
          <a:br>
            <a:rPr lang="es-CL"/>
          </a:br>
          <a:endParaRPr lang="en-US"/>
        </a:p>
      </dgm:t>
    </dgm:pt>
    <dgm:pt modelId="{AFB1ADA1-08A1-4F36-877A-7B196649F208}" type="parTrans" cxnId="{316A1CB3-4E1A-486E-A90A-5671825710D0}">
      <dgm:prSet/>
      <dgm:spPr/>
      <dgm:t>
        <a:bodyPr/>
        <a:lstStyle/>
        <a:p>
          <a:endParaRPr lang="en-US"/>
        </a:p>
      </dgm:t>
    </dgm:pt>
    <dgm:pt modelId="{EF85EBDA-25B9-46EA-8DED-2D368D71953B}" type="sibTrans" cxnId="{316A1CB3-4E1A-486E-A90A-5671825710D0}">
      <dgm:prSet/>
      <dgm:spPr/>
      <dgm:t>
        <a:bodyPr/>
        <a:lstStyle/>
        <a:p>
          <a:endParaRPr lang="en-US"/>
        </a:p>
      </dgm:t>
    </dgm:pt>
    <dgm:pt modelId="{C8FC1EDA-DCA0-4CEB-B8D0-ECA8F34BBB80}">
      <dgm:prSet/>
      <dgm:spPr/>
      <dgm:t>
        <a:bodyPr/>
        <a:lstStyle/>
        <a:p>
          <a:r>
            <a:rPr lang="es-CL" b="1"/>
            <a:t>Ciclo 2 – Pruebas de Sistema</a:t>
          </a:r>
          <a:endParaRPr lang="en-US"/>
        </a:p>
      </dgm:t>
    </dgm:pt>
    <dgm:pt modelId="{9DEE16F0-C696-4009-872A-56F00E7A5F5F}" type="parTrans" cxnId="{2C772FCF-2EC8-4DA7-83E8-88CE046C1F2E}">
      <dgm:prSet/>
      <dgm:spPr/>
      <dgm:t>
        <a:bodyPr/>
        <a:lstStyle/>
        <a:p>
          <a:endParaRPr lang="en-US"/>
        </a:p>
      </dgm:t>
    </dgm:pt>
    <dgm:pt modelId="{6E9F82CB-40DD-46ED-940C-241C42E994EC}" type="sibTrans" cxnId="{2C772FCF-2EC8-4DA7-83E8-88CE046C1F2E}">
      <dgm:prSet/>
      <dgm:spPr/>
      <dgm:t>
        <a:bodyPr/>
        <a:lstStyle/>
        <a:p>
          <a:endParaRPr lang="en-US"/>
        </a:p>
      </dgm:t>
    </dgm:pt>
    <dgm:pt modelId="{0F873D2D-F191-45C7-BA13-FFF56587A900}">
      <dgm:prSet/>
      <dgm:spPr/>
      <dgm:t>
        <a:bodyPr/>
        <a:lstStyle/>
        <a:p>
          <a:r>
            <a:rPr lang="es-CL" b="1"/>
            <a:t>Objetivo:</a:t>
          </a:r>
          <a:r>
            <a:rPr lang="es-CL"/>
            <a:t> Evaluar el sistema completo según requisitos funcionales y no funcionales.</a:t>
          </a:r>
          <a:endParaRPr lang="en-US"/>
        </a:p>
      </dgm:t>
    </dgm:pt>
    <dgm:pt modelId="{9B9B0974-3799-4B92-9049-1B63C62172CE}" type="parTrans" cxnId="{44E8C2AE-2D54-4D43-BB19-20D127D2C25C}">
      <dgm:prSet/>
      <dgm:spPr/>
      <dgm:t>
        <a:bodyPr/>
        <a:lstStyle/>
        <a:p>
          <a:endParaRPr lang="en-US"/>
        </a:p>
      </dgm:t>
    </dgm:pt>
    <dgm:pt modelId="{4C303E57-B0B6-4143-8226-EACD9789D159}" type="sibTrans" cxnId="{44E8C2AE-2D54-4D43-BB19-20D127D2C25C}">
      <dgm:prSet/>
      <dgm:spPr/>
      <dgm:t>
        <a:bodyPr/>
        <a:lstStyle/>
        <a:p>
          <a:endParaRPr lang="en-US"/>
        </a:p>
      </dgm:t>
    </dgm:pt>
    <dgm:pt modelId="{EDDCD328-45B9-4F06-BC27-2418517C3194}">
      <dgm:prSet/>
      <dgm:spPr/>
      <dgm:t>
        <a:bodyPr/>
        <a:lstStyle/>
        <a:p>
          <a:r>
            <a:rPr lang="es-CL" b="1"/>
            <a:t>Tareas/Actividades:</a:t>
          </a:r>
          <a:br>
            <a:rPr lang="es-CL" b="1"/>
          </a:br>
          <a:endParaRPr lang="en-US"/>
        </a:p>
      </dgm:t>
    </dgm:pt>
    <dgm:pt modelId="{B0CDD150-E118-46B1-84CF-D66E7DEF9532}" type="parTrans" cxnId="{919D9DC5-2191-47EC-8D5C-967694DBD205}">
      <dgm:prSet/>
      <dgm:spPr/>
      <dgm:t>
        <a:bodyPr/>
        <a:lstStyle/>
        <a:p>
          <a:endParaRPr lang="en-US"/>
        </a:p>
      </dgm:t>
    </dgm:pt>
    <dgm:pt modelId="{B2786B27-D84B-4F2A-9C47-3DB9C2FCDEA2}" type="sibTrans" cxnId="{919D9DC5-2191-47EC-8D5C-967694DBD205}">
      <dgm:prSet/>
      <dgm:spPr/>
      <dgm:t>
        <a:bodyPr/>
        <a:lstStyle/>
        <a:p>
          <a:endParaRPr lang="en-US"/>
        </a:p>
      </dgm:t>
    </dgm:pt>
    <dgm:pt modelId="{7415D423-2F04-42DA-9A61-7A97DD15A199}">
      <dgm:prSet/>
      <dgm:spPr/>
      <dgm:t>
        <a:bodyPr/>
        <a:lstStyle/>
        <a:p>
          <a:r>
            <a:rPr lang="es-CL"/>
            <a:t>Revisar funcionalidades de notificaciones, reportes y dashboard administrador.</a:t>
          </a:r>
          <a:endParaRPr lang="en-US"/>
        </a:p>
      </dgm:t>
    </dgm:pt>
    <dgm:pt modelId="{EFE5569C-C0D9-46DC-BA8E-2DA9AE9FE16B}" type="parTrans" cxnId="{30CC12E8-4567-46B9-AA0C-E72C5955A9AF}">
      <dgm:prSet/>
      <dgm:spPr/>
      <dgm:t>
        <a:bodyPr/>
        <a:lstStyle/>
        <a:p>
          <a:endParaRPr lang="en-US"/>
        </a:p>
      </dgm:t>
    </dgm:pt>
    <dgm:pt modelId="{7A8F73DC-5D49-40DC-9D47-CCD5897604B5}" type="sibTrans" cxnId="{30CC12E8-4567-46B9-AA0C-E72C5955A9AF}">
      <dgm:prSet/>
      <dgm:spPr/>
      <dgm:t>
        <a:bodyPr/>
        <a:lstStyle/>
        <a:p>
          <a:endParaRPr lang="en-US"/>
        </a:p>
      </dgm:t>
    </dgm:pt>
    <dgm:pt modelId="{FB0476CE-78FE-49F2-B961-FB3F529F5CED}">
      <dgm:prSet/>
      <dgm:spPr/>
      <dgm:t>
        <a:bodyPr/>
        <a:lstStyle/>
        <a:p>
          <a:r>
            <a:rPr lang="es-CL"/>
            <a:t>Verificar seguridad (roles, autenticación, encriptación).</a:t>
          </a:r>
          <a:endParaRPr lang="en-US"/>
        </a:p>
      </dgm:t>
    </dgm:pt>
    <dgm:pt modelId="{709B3A63-CE29-4FA1-A40C-DAB0617D497E}" type="parTrans" cxnId="{76142DE1-F6ED-471B-A13C-89F08353E8D6}">
      <dgm:prSet/>
      <dgm:spPr/>
      <dgm:t>
        <a:bodyPr/>
        <a:lstStyle/>
        <a:p>
          <a:endParaRPr lang="en-US"/>
        </a:p>
      </dgm:t>
    </dgm:pt>
    <dgm:pt modelId="{C529ECC3-7E08-4AE2-95CD-BDFDD6F078F3}" type="sibTrans" cxnId="{76142DE1-F6ED-471B-A13C-89F08353E8D6}">
      <dgm:prSet/>
      <dgm:spPr/>
      <dgm:t>
        <a:bodyPr/>
        <a:lstStyle/>
        <a:p>
          <a:endParaRPr lang="en-US"/>
        </a:p>
      </dgm:t>
    </dgm:pt>
    <dgm:pt modelId="{033D25BA-7BBE-4A62-ACFD-306243AD7247}">
      <dgm:prSet/>
      <dgm:spPr/>
      <dgm:t>
        <a:bodyPr/>
        <a:lstStyle/>
        <a:p>
          <a:r>
            <a:rPr lang="es-CL"/>
            <a:t>Validar portabilidad y usabilidad en distintos dispositivos y navegadores.</a:t>
          </a:r>
          <a:br>
            <a:rPr lang="es-CL"/>
          </a:br>
          <a:endParaRPr lang="en-US"/>
        </a:p>
      </dgm:t>
    </dgm:pt>
    <dgm:pt modelId="{716FFF81-7271-47FA-AED6-6904D533C193}" type="parTrans" cxnId="{B985A522-8CB2-4AEC-87A0-9BD81A58BB50}">
      <dgm:prSet/>
      <dgm:spPr/>
      <dgm:t>
        <a:bodyPr/>
        <a:lstStyle/>
        <a:p>
          <a:endParaRPr lang="en-US"/>
        </a:p>
      </dgm:t>
    </dgm:pt>
    <dgm:pt modelId="{7B4D958F-DBED-45F6-8DC8-80D3670535BD}" type="sibTrans" cxnId="{B985A522-8CB2-4AEC-87A0-9BD81A58BB50}">
      <dgm:prSet/>
      <dgm:spPr/>
      <dgm:t>
        <a:bodyPr/>
        <a:lstStyle/>
        <a:p>
          <a:endParaRPr lang="en-US"/>
        </a:p>
      </dgm:t>
    </dgm:pt>
    <dgm:pt modelId="{2F9FC86C-4D6B-4521-805E-86A8189F7590}">
      <dgm:prSet/>
      <dgm:spPr/>
      <dgm:t>
        <a:bodyPr/>
        <a:lstStyle/>
        <a:p>
          <a:r>
            <a:rPr lang="es-CL" b="1"/>
            <a:t>Responsable:</a:t>
          </a:r>
          <a:r>
            <a:rPr lang="es-CL"/>
            <a:t> Jorge Valenzuela (Tester)</a:t>
          </a:r>
          <a:endParaRPr lang="en-US"/>
        </a:p>
      </dgm:t>
    </dgm:pt>
    <dgm:pt modelId="{580F107F-32BA-4837-A0C0-032A19386161}" type="parTrans" cxnId="{29434183-AB27-4550-BF81-38FF13D235D7}">
      <dgm:prSet/>
      <dgm:spPr/>
      <dgm:t>
        <a:bodyPr/>
        <a:lstStyle/>
        <a:p>
          <a:endParaRPr lang="en-US"/>
        </a:p>
      </dgm:t>
    </dgm:pt>
    <dgm:pt modelId="{9FF0D937-78F0-4BFB-8D64-6A9913ADCCAD}" type="sibTrans" cxnId="{29434183-AB27-4550-BF81-38FF13D235D7}">
      <dgm:prSet/>
      <dgm:spPr/>
      <dgm:t>
        <a:bodyPr/>
        <a:lstStyle/>
        <a:p>
          <a:endParaRPr lang="en-US"/>
        </a:p>
      </dgm:t>
    </dgm:pt>
    <dgm:pt modelId="{D5BF09F9-87B1-409D-A450-0EE88ED7ACCA}">
      <dgm:prSet/>
      <dgm:spPr/>
      <dgm:t>
        <a:bodyPr/>
        <a:lstStyle/>
        <a:p>
          <a:r>
            <a:rPr lang="es-CL" b="1"/>
            <a:t>Artefactos:</a:t>
          </a:r>
          <a:r>
            <a:rPr lang="es-CL"/>
            <a:t> Checklist de casos de sistema, reportes de pruebas, screenshots, logs de errores.</a:t>
          </a:r>
          <a:br>
            <a:rPr lang="es-CL"/>
          </a:br>
          <a:endParaRPr lang="en-US"/>
        </a:p>
      </dgm:t>
    </dgm:pt>
    <dgm:pt modelId="{A05E80CE-210E-4355-AEA0-A5FB4FB350CA}" type="parTrans" cxnId="{61D6C4DA-5E29-47BD-A8BD-6B803F1B91FA}">
      <dgm:prSet/>
      <dgm:spPr/>
      <dgm:t>
        <a:bodyPr/>
        <a:lstStyle/>
        <a:p>
          <a:endParaRPr lang="en-US"/>
        </a:p>
      </dgm:t>
    </dgm:pt>
    <dgm:pt modelId="{D1BDC5AD-60AD-41D2-8BA2-319BD21D1A75}" type="sibTrans" cxnId="{61D6C4DA-5E29-47BD-A8BD-6B803F1B91FA}">
      <dgm:prSet/>
      <dgm:spPr/>
      <dgm:t>
        <a:bodyPr/>
        <a:lstStyle/>
        <a:p>
          <a:endParaRPr lang="en-US"/>
        </a:p>
      </dgm:t>
    </dgm:pt>
    <dgm:pt modelId="{CA1E31D8-BEEC-483C-B76C-6D4C643B0DD6}" type="pres">
      <dgm:prSet presAssocID="{1A8F2232-E1A1-4E4C-992D-24BD829F0033}" presName="diagram" presStyleCnt="0">
        <dgm:presLayoutVars>
          <dgm:dir/>
          <dgm:resizeHandles val="exact"/>
        </dgm:presLayoutVars>
      </dgm:prSet>
      <dgm:spPr/>
    </dgm:pt>
    <dgm:pt modelId="{C70390DB-6400-4D61-A4D4-4A8D0C39C34A}" type="pres">
      <dgm:prSet presAssocID="{43C7B7EA-03A3-447B-AD39-A52E33192268}" presName="node" presStyleLbl="node1" presStyleIdx="0" presStyleCnt="3">
        <dgm:presLayoutVars>
          <dgm:bulletEnabled val="1"/>
        </dgm:presLayoutVars>
      </dgm:prSet>
      <dgm:spPr/>
    </dgm:pt>
    <dgm:pt modelId="{FD8CD906-56DC-40C9-B146-B19AF07D61EE}" type="pres">
      <dgm:prSet presAssocID="{D03E85D6-707D-41F2-8C49-63C3F6812DD7}" presName="sibTrans" presStyleCnt="0"/>
      <dgm:spPr/>
    </dgm:pt>
    <dgm:pt modelId="{DD90333E-318E-478C-8754-63B87A03278D}" type="pres">
      <dgm:prSet presAssocID="{F20763FE-7AB4-444B-AEA9-AF8B08D7DEC1}" presName="node" presStyleLbl="node1" presStyleIdx="1" presStyleCnt="3">
        <dgm:presLayoutVars>
          <dgm:bulletEnabled val="1"/>
        </dgm:presLayoutVars>
      </dgm:prSet>
      <dgm:spPr/>
    </dgm:pt>
    <dgm:pt modelId="{66BA0A85-72EC-469C-A379-B5CAB52E8060}" type="pres">
      <dgm:prSet presAssocID="{FA65A5F7-8904-4FAC-9AA3-26BC834CF883}" presName="sibTrans" presStyleCnt="0"/>
      <dgm:spPr/>
    </dgm:pt>
    <dgm:pt modelId="{4B513EF9-908E-4629-9156-193FE704DCBF}" type="pres">
      <dgm:prSet presAssocID="{C8FC1EDA-DCA0-4CEB-B8D0-ECA8F34BBB80}" presName="node" presStyleLbl="node1" presStyleIdx="2" presStyleCnt="3">
        <dgm:presLayoutVars>
          <dgm:bulletEnabled val="1"/>
        </dgm:presLayoutVars>
      </dgm:prSet>
      <dgm:spPr/>
    </dgm:pt>
  </dgm:ptLst>
  <dgm:cxnLst>
    <dgm:cxn modelId="{95327001-1604-4D45-B746-E4B97C11A76A}" type="presOf" srcId="{1A8F2232-E1A1-4E4C-992D-24BD829F0033}" destId="{CA1E31D8-BEEC-483C-B76C-6D4C643B0DD6}" srcOrd="0" destOrd="0" presId="urn:microsoft.com/office/officeart/2005/8/layout/default"/>
    <dgm:cxn modelId="{B985A522-8CB2-4AEC-87A0-9BD81A58BB50}" srcId="{EDDCD328-45B9-4F06-BC27-2418517C3194}" destId="{033D25BA-7BBE-4A62-ACFD-306243AD7247}" srcOrd="2" destOrd="0" parTransId="{716FFF81-7271-47FA-AED6-6904D533C193}" sibTransId="{7B4D958F-DBED-45F6-8DC8-80D3670535BD}"/>
    <dgm:cxn modelId="{5DBD4833-0CFE-4989-BFF9-8B432277DC7B}" srcId="{1A8F2232-E1A1-4E4C-992D-24BD829F0033}" destId="{F20763FE-7AB4-444B-AEA9-AF8B08D7DEC1}" srcOrd="1" destOrd="0" parTransId="{4B278EE9-A34E-4540-A749-96DAC1FCE672}" sibTransId="{FA65A5F7-8904-4FAC-9AA3-26BC834CF883}"/>
    <dgm:cxn modelId="{D429C436-02CF-44D8-AD9C-3C02BD125719}" type="presOf" srcId="{EDDCD328-45B9-4F06-BC27-2418517C3194}" destId="{4B513EF9-908E-4629-9156-193FE704DCBF}" srcOrd="0" destOrd="2" presId="urn:microsoft.com/office/officeart/2005/8/layout/default"/>
    <dgm:cxn modelId="{C6021F37-689F-4761-8ACA-13788F849295}" type="presOf" srcId="{033D25BA-7BBE-4A62-ACFD-306243AD7247}" destId="{4B513EF9-908E-4629-9156-193FE704DCBF}" srcOrd="0" destOrd="5" presId="urn:microsoft.com/office/officeart/2005/8/layout/default"/>
    <dgm:cxn modelId="{38832F3E-D143-4F6B-8F64-220B6705AFB7}" type="presOf" srcId="{7F146337-34C1-4B06-98E3-F7554A434A31}" destId="{DD90333E-318E-478C-8754-63B87A03278D}" srcOrd="0" destOrd="3" presId="urn:microsoft.com/office/officeart/2005/8/layout/default"/>
    <dgm:cxn modelId="{CBC73D60-E0AA-4CD2-8C47-21ED8E862DA2}" type="presOf" srcId="{D5BF09F9-87B1-409D-A450-0EE88ED7ACCA}" destId="{4B513EF9-908E-4629-9156-193FE704DCBF}" srcOrd="0" destOrd="7" presId="urn:microsoft.com/office/officeart/2005/8/layout/default"/>
    <dgm:cxn modelId="{9925AB42-1A56-4663-8B09-347C48B62608}" type="presOf" srcId="{6E2E9D47-6066-4629-978A-8173C19A6ABF}" destId="{DD90333E-318E-478C-8754-63B87A03278D}" srcOrd="0" destOrd="7" presId="urn:microsoft.com/office/officeart/2005/8/layout/default"/>
    <dgm:cxn modelId="{9427B744-F247-4927-9A15-4A8389B772EC}" type="presOf" srcId="{FB0476CE-78FE-49F2-B961-FB3F529F5CED}" destId="{4B513EF9-908E-4629-9156-193FE704DCBF}" srcOrd="0" destOrd="4" presId="urn:microsoft.com/office/officeart/2005/8/layout/default"/>
    <dgm:cxn modelId="{29098948-2CD9-4FAF-80C3-A0F192390F37}" type="presOf" srcId="{51E9624C-022A-434A-BBF5-9209953A63A6}" destId="{DD90333E-318E-478C-8754-63B87A03278D}" srcOrd="0" destOrd="4" presId="urn:microsoft.com/office/officeart/2005/8/layout/default"/>
    <dgm:cxn modelId="{86CF0549-64E6-4340-82EB-669833B5A2D2}" srcId="{F20763FE-7AB4-444B-AEA9-AF8B08D7DEC1}" destId="{0997237F-AC33-418E-8CCB-4E117C3EF797}" srcOrd="1" destOrd="0" parTransId="{FFF4DFB7-9C97-4E02-AE9B-86C137E3446D}" sibTransId="{4C582C32-3783-4CE6-B460-D61977AEF962}"/>
    <dgm:cxn modelId="{B8C98C4F-CA46-4122-B043-45F284D000F2}" type="presOf" srcId="{90AF4BCD-03B5-496B-BD5B-A8E3B1F07FFF}" destId="{DD90333E-318E-478C-8754-63B87A03278D}" srcOrd="0" destOrd="5" presId="urn:microsoft.com/office/officeart/2005/8/layout/default"/>
    <dgm:cxn modelId="{BFC5FB70-0CBD-47EC-9FF6-03CC0E8EAC10}" type="presOf" srcId="{F20763FE-7AB4-444B-AEA9-AF8B08D7DEC1}" destId="{DD90333E-318E-478C-8754-63B87A03278D}" srcOrd="0" destOrd="0" presId="urn:microsoft.com/office/officeart/2005/8/layout/default"/>
    <dgm:cxn modelId="{DDE01759-2A26-4177-9CEA-A64E2C9F2E9B}" srcId="{0997237F-AC33-418E-8CCB-4E117C3EF797}" destId="{51E9624C-022A-434A-BBF5-9209953A63A6}" srcOrd="1" destOrd="0" parTransId="{8EDE7E92-74B5-4CEE-9890-6024E21DA754}" sibTransId="{307396F7-3225-4DEB-ACF7-9B05EAF46EC8}"/>
    <dgm:cxn modelId="{29434183-AB27-4550-BF81-38FF13D235D7}" srcId="{C8FC1EDA-DCA0-4CEB-B8D0-ECA8F34BBB80}" destId="{2F9FC86C-4D6B-4521-805E-86A8189F7590}" srcOrd="2" destOrd="0" parTransId="{580F107F-32BA-4837-A0C0-032A19386161}" sibTransId="{9FF0D937-78F0-4BFB-8D64-6A9913ADCCAD}"/>
    <dgm:cxn modelId="{6529DD91-DEB9-4332-B94E-7AE715D54B05}" type="presOf" srcId="{DD2D46DB-80AB-4138-98E9-E0FDE54E553F}" destId="{DD90333E-318E-478C-8754-63B87A03278D}" srcOrd="0" destOrd="6" presId="urn:microsoft.com/office/officeart/2005/8/layout/default"/>
    <dgm:cxn modelId="{1C2D8996-B465-414F-A562-434690CA2020}" srcId="{F20763FE-7AB4-444B-AEA9-AF8B08D7DEC1}" destId="{DD2D46DB-80AB-4138-98E9-E0FDE54E553F}" srcOrd="2" destOrd="0" parTransId="{80064B1E-7D8E-455D-B247-DB0060966A94}" sibTransId="{4659ADC2-6C3C-4E38-9B88-7308B1B2A3F2}"/>
    <dgm:cxn modelId="{44E8C2AE-2D54-4D43-BB19-20D127D2C25C}" srcId="{C8FC1EDA-DCA0-4CEB-B8D0-ECA8F34BBB80}" destId="{0F873D2D-F191-45C7-BA13-FFF56587A900}" srcOrd="0" destOrd="0" parTransId="{9B9B0974-3799-4B92-9049-1B63C62172CE}" sibTransId="{4C303E57-B0B6-4143-8226-EACD9789D159}"/>
    <dgm:cxn modelId="{316A1CB3-4E1A-486E-A90A-5671825710D0}" srcId="{F20763FE-7AB4-444B-AEA9-AF8B08D7DEC1}" destId="{6E2E9D47-6066-4629-978A-8173C19A6ABF}" srcOrd="3" destOrd="0" parTransId="{AFB1ADA1-08A1-4F36-877A-7B196649F208}" sibTransId="{EF85EBDA-25B9-46EA-8DED-2D368D71953B}"/>
    <dgm:cxn modelId="{F999A6BC-13B3-43D1-8A13-75262DA0E54A}" type="presOf" srcId="{B501A4D5-FD64-4719-92AE-CE4D9FF94A67}" destId="{DD90333E-318E-478C-8754-63B87A03278D}" srcOrd="0" destOrd="1" presId="urn:microsoft.com/office/officeart/2005/8/layout/default"/>
    <dgm:cxn modelId="{AAD2A4BE-DB56-45A4-8F83-33AA0743DB09}" srcId="{F20763FE-7AB4-444B-AEA9-AF8B08D7DEC1}" destId="{B501A4D5-FD64-4719-92AE-CE4D9FF94A67}" srcOrd="0" destOrd="0" parTransId="{A79FB13B-56C1-4ADE-96FF-FCADD49BFC51}" sibTransId="{57E7AB42-DAE6-40D3-93D3-0826F6C606B1}"/>
    <dgm:cxn modelId="{0FF8D7C1-0E2A-4EA1-9B19-6007477BDFE1}" srcId="{0997237F-AC33-418E-8CCB-4E117C3EF797}" destId="{90AF4BCD-03B5-496B-BD5B-A8E3B1F07FFF}" srcOrd="2" destOrd="0" parTransId="{49455949-E6F3-4BE8-81A0-AAB1C2AF2457}" sibTransId="{28F95AC5-EE2F-4D2E-963E-98230326BE92}"/>
    <dgm:cxn modelId="{919D9DC5-2191-47EC-8D5C-967694DBD205}" srcId="{C8FC1EDA-DCA0-4CEB-B8D0-ECA8F34BBB80}" destId="{EDDCD328-45B9-4F06-BC27-2418517C3194}" srcOrd="1" destOrd="0" parTransId="{B0CDD150-E118-46B1-84CF-D66E7DEF9532}" sibTransId="{B2786B27-D84B-4F2A-9C47-3DB9C2FCDEA2}"/>
    <dgm:cxn modelId="{A67DE0C5-F491-4AAE-9C01-7795A9AA2E91}" type="presOf" srcId="{7415D423-2F04-42DA-9A61-7A97DD15A199}" destId="{4B513EF9-908E-4629-9156-193FE704DCBF}" srcOrd="0" destOrd="3" presId="urn:microsoft.com/office/officeart/2005/8/layout/default"/>
    <dgm:cxn modelId="{463792CB-221D-4A85-A2A3-5EF4BD8EF28A}" srcId="{1A8F2232-E1A1-4E4C-992D-24BD829F0033}" destId="{43C7B7EA-03A3-447B-AD39-A52E33192268}" srcOrd="0" destOrd="0" parTransId="{24716DF0-BEBB-4813-BB29-7E3F3723C72D}" sibTransId="{D03E85D6-707D-41F2-8C49-63C3F6812DD7}"/>
    <dgm:cxn modelId="{2C772FCF-2EC8-4DA7-83E8-88CE046C1F2E}" srcId="{1A8F2232-E1A1-4E4C-992D-24BD829F0033}" destId="{C8FC1EDA-DCA0-4CEB-B8D0-ECA8F34BBB80}" srcOrd="2" destOrd="0" parTransId="{9DEE16F0-C696-4009-872A-56F00E7A5F5F}" sibTransId="{6E9F82CB-40DD-46ED-940C-241C42E994EC}"/>
    <dgm:cxn modelId="{898650CF-FEB8-4A8C-991D-4D2CF83F48AA}" type="presOf" srcId="{2F9FC86C-4D6B-4521-805E-86A8189F7590}" destId="{4B513EF9-908E-4629-9156-193FE704DCBF}" srcOrd="0" destOrd="6" presId="urn:microsoft.com/office/officeart/2005/8/layout/default"/>
    <dgm:cxn modelId="{61D6C4DA-5E29-47BD-A8BD-6B803F1B91FA}" srcId="{C8FC1EDA-DCA0-4CEB-B8D0-ECA8F34BBB80}" destId="{D5BF09F9-87B1-409D-A450-0EE88ED7ACCA}" srcOrd="3" destOrd="0" parTransId="{A05E80CE-210E-4355-AEA0-A5FB4FB350CA}" sibTransId="{D1BDC5AD-60AD-41D2-8BA2-319BD21D1A75}"/>
    <dgm:cxn modelId="{76142DE1-F6ED-471B-A13C-89F08353E8D6}" srcId="{EDDCD328-45B9-4F06-BC27-2418517C3194}" destId="{FB0476CE-78FE-49F2-B961-FB3F529F5CED}" srcOrd="1" destOrd="0" parTransId="{709B3A63-CE29-4FA1-A40C-DAB0617D497E}" sibTransId="{C529ECC3-7E08-4AE2-95CD-BDFDD6F078F3}"/>
    <dgm:cxn modelId="{3A2BCBE7-FF21-437B-8914-47152647F258}" type="presOf" srcId="{0F873D2D-F191-45C7-BA13-FFF56587A900}" destId="{4B513EF9-908E-4629-9156-193FE704DCBF}" srcOrd="0" destOrd="1" presId="urn:microsoft.com/office/officeart/2005/8/layout/default"/>
    <dgm:cxn modelId="{30CC12E8-4567-46B9-AA0C-E72C5955A9AF}" srcId="{EDDCD328-45B9-4F06-BC27-2418517C3194}" destId="{7415D423-2F04-42DA-9A61-7A97DD15A199}" srcOrd="0" destOrd="0" parTransId="{EFE5569C-C0D9-46DC-BA8E-2DA9AE9FE16B}" sibTransId="{7A8F73DC-5D49-40DC-9D47-CCD5897604B5}"/>
    <dgm:cxn modelId="{3ABDE6E8-C29B-4C4A-B38B-19A6CE13ED9E}" type="presOf" srcId="{43C7B7EA-03A3-447B-AD39-A52E33192268}" destId="{C70390DB-6400-4D61-A4D4-4A8D0C39C34A}" srcOrd="0" destOrd="0" presId="urn:microsoft.com/office/officeart/2005/8/layout/default"/>
    <dgm:cxn modelId="{4B0060E9-ECDF-40D5-93CC-F8412CA4743B}" srcId="{0997237F-AC33-418E-8CCB-4E117C3EF797}" destId="{7F146337-34C1-4B06-98E3-F7554A434A31}" srcOrd="0" destOrd="0" parTransId="{23441B54-C3D8-4B38-A5E8-20549AA7C19B}" sibTransId="{4340FD3D-7009-4E94-AB7E-99B8B2EA9AE0}"/>
    <dgm:cxn modelId="{92D3DCEE-FF4A-48D9-A791-DD60B58701E9}" type="presOf" srcId="{C8FC1EDA-DCA0-4CEB-B8D0-ECA8F34BBB80}" destId="{4B513EF9-908E-4629-9156-193FE704DCBF}" srcOrd="0" destOrd="0" presId="urn:microsoft.com/office/officeart/2005/8/layout/default"/>
    <dgm:cxn modelId="{B109FBFD-DB64-486D-8C9F-DBEC41086AB4}" type="presOf" srcId="{0997237F-AC33-418E-8CCB-4E117C3EF797}" destId="{DD90333E-318E-478C-8754-63B87A03278D}" srcOrd="0" destOrd="2" presId="urn:microsoft.com/office/officeart/2005/8/layout/default"/>
    <dgm:cxn modelId="{9A5C6B31-54A9-4A2C-A10C-F0747A246DCD}" type="presParOf" srcId="{CA1E31D8-BEEC-483C-B76C-6D4C643B0DD6}" destId="{C70390DB-6400-4D61-A4D4-4A8D0C39C34A}" srcOrd="0" destOrd="0" presId="urn:microsoft.com/office/officeart/2005/8/layout/default"/>
    <dgm:cxn modelId="{B3A51C64-73F4-4163-89B6-5DE68DADBCAE}" type="presParOf" srcId="{CA1E31D8-BEEC-483C-B76C-6D4C643B0DD6}" destId="{FD8CD906-56DC-40C9-B146-B19AF07D61EE}" srcOrd="1" destOrd="0" presId="urn:microsoft.com/office/officeart/2005/8/layout/default"/>
    <dgm:cxn modelId="{D7CE1860-D66F-4EBC-9FBA-6E2BB2BDFA5C}" type="presParOf" srcId="{CA1E31D8-BEEC-483C-B76C-6D4C643B0DD6}" destId="{DD90333E-318E-478C-8754-63B87A03278D}" srcOrd="2" destOrd="0" presId="urn:microsoft.com/office/officeart/2005/8/layout/default"/>
    <dgm:cxn modelId="{85D2CF74-E688-4A4E-9BE2-FD4A7CF446DA}" type="presParOf" srcId="{CA1E31D8-BEEC-483C-B76C-6D4C643B0DD6}" destId="{66BA0A85-72EC-469C-A379-B5CAB52E8060}" srcOrd="3" destOrd="0" presId="urn:microsoft.com/office/officeart/2005/8/layout/default"/>
    <dgm:cxn modelId="{D044FF87-6C5C-4659-8E43-DE4EC3D1C9AC}" type="presParOf" srcId="{CA1E31D8-BEEC-483C-B76C-6D4C643B0DD6}" destId="{4B513EF9-908E-4629-9156-193FE704DCB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4D41F-5525-418F-8F4F-1E717A2BFC3E}">
      <dsp:nvSpPr>
        <dsp:cNvPr id="0" name=""/>
        <dsp:cNvSpPr/>
      </dsp:nvSpPr>
      <dsp:spPr>
        <a:xfrm>
          <a:off x="1174" y="673057"/>
          <a:ext cx="4578945" cy="27473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Que hace el Sistema: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Permitir a los clientes navegar, buscar y visualizar productos de manera intuitiva.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Gestionar un carrito de compras con integración a pasarelas de pago seguras 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Administrar usuarios con distintos roles y niveles de permisos.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Implementar funcionalidades de autenticación y seguridad (registro, inicio/cierre de sesión, recuperación de contraseña).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Mantener un historial de compras y generar notificaciones internas.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Integrar catálogos externos de proveedores vía API para gestión de dropshipping.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Generar reportes y métricas de ventas, productos más vendidos y stock.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Ofrecer una vista diferenciada para </a:t>
          </a:r>
          <a:r>
            <a:rPr lang="es-CL" sz="1100" b="1" kern="1200"/>
            <a:t>clientes</a:t>
          </a:r>
          <a:r>
            <a:rPr lang="es-CL" sz="1100" kern="1200"/>
            <a:t> y para </a:t>
          </a:r>
          <a:r>
            <a:rPr lang="es-CL" sz="1100" b="1" kern="1200"/>
            <a:t>administradores</a:t>
          </a:r>
          <a:endParaRPr lang="en-US" sz="1100" kern="1200"/>
        </a:p>
      </dsp:txBody>
      <dsp:txXfrm>
        <a:off x="1174" y="673057"/>
        <a:ext cx="4578945" cy="2747367"/>
      </dsp:txXfrm>
    </dsp:sp>
    <dsp:sp modelId="{50540AC9-48FD-45BD-9BAC-54F59C208785}">
      <dsp:nvSpPr>
        <dsp:cNvPr id="0" name=""/>
        <dsp:cNvSpPr/>
      </dsp:nvSpPr>
      <dsp:spPr>
        <a:xfrm>
          <a:off x="5038013" y="673057"/>
          <a:ext cx="4578945" cy="2747367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Qué no hace: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No realizará la logística física de entrega de productos (envíos, bodegas o distribución).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No gestionará inventario en tiempo real de los proveedores externos, más allá de lo que provean las APIs disponibles.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No cubrirá la contabilidad completa de la empresa (solo reportes básicos de ventas).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100" kern="1200"/>
            <a:t>No reemplazará sistemas ERP o de gestión de recursos humanos.</a:t>
          </a:r>
          <a:endParaRPr lang="en-US" sz="1100" kern="1200"/>
        </a:p>
      </dsp:txBody>
      <dsp:txXfrm>
        <a:off x="5038013" y="673057"/>
        <a:ext cx="4578945" cy="2747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390DB-6400-4D61-A4D4-4A8D0C39C34A}">
      <dsp:nvSpPr>
        <dsp:cNvPr id="0" name=""/>
        <dsp:cNvSpPr/>
      </dsp:nvSpPr>
      <dsp:spPr>
        <a:xfrm>
          <a:off x="1505181" y="1478"/>
          <a:ext cx="3146557" cy="18879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/>
            <a:t>Especificación de las Pruebas aplicadas al Sistema y Resultados Obtenidos </a:t>
          </a:r>
          <a:endParaRPr lang="en-US" sz="1000" kern="1200"/>
        </a:p>
      </dsp:txBody>
      <dsp:txXfrm>
        <a:off x="1505181" y="1478"/>
        <a:ext cx="3146557" cy="1887934"/>
      </dsp:txXfrm>
    </dsp:sp>
    <dsp:sp modelId="{DD90333E-318E-478C-8754-63B87A03278D}">
      <dsp:nvSpPr>
        <dsp:cNvPr id="0" name=""/>
        <dsp:cNvSpPr/>
      </dsp:nvSpPr>
      <dsp:spPr>
        <a:xfrm>
          <a:off x="4966394" y="1478"/>
          <a:ext cx="3146557" cy="18879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b="1" kern="1200"/>
            <a:t>Ciclo 1 – Pruebas Unitarias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Objetivo:</a:t>
          </a:r>
          <a:r>
            <a:rPr lang="es-CL" sz="800" kern="1200"/>
            <a:t> Verificar el correcto funcionamiento de módulos individuales.</a:t>
          </a: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Tareas/Actividades:</a:t>
          </a: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Ejecutar pruebas de CRUD de usuarios, productos, carrito y pedidos.</a:t>
          </a: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Validar funciones individuales con Selenium.</a:t>
          </a: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Registrar errores encontrados.</a:t>
          </a:r>
          <a:br>
            <a:rPr lang="es-CL" sz="800" kern="1200"/>
          </a:b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Responsable:</a:t>
          </a:r>
          <a:r>
            <a:rPr lang="es-CL" sz="800" kern="1200"/>
            <a:t> Jorge Valenzuela (Tester)</a:t>
          </a: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Artefactos:</a:t>
          </a:r>
          <a:r>
            <a:rPr lang="es-CL" sz="800" kern="1200"/>
            <a:t> Casos de prueba unitarios, logs de ejecución, screenshots de errores.</a:t>
          </a:r>
          <a:br>
            <a:rPr lang="es-CL" sz="800" kern="1200"/>
          </a:br>
          <a:endParaRPr lang="en-US" sz="800" kern="1200"/>
        </a:p>
      </dsp:txBody>
      <dsp:txXfrm>
        <a:off x="4966394" y="1478"/>
        <a:ext cx="3146557" cy="1887934"/>
      </dsp:txXfrm>
    </dsp:sp>
    <dsp:sp modelId="{4B513EF9-908E-4629-9156-193FE704DCBF}">
      <dsp:nvSpPr>
        <dsp:cNvPr id="0" name=""/>
        <dsp:cNvSpPr/>
      </dsp:nvSpPr>
      <dsp:spPr>
        <a:xfrm>
          <a:off x="3235787" y="2204068"/>
          <a:ext cx="3146557" cy="18879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b="1" kern="1200"/>
            <a:t>Ciclo 2 – Pruebas de Sistema</a:t>
          </a:r>
          <a:endParaRPr lang="en-US" sz="10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Objetivo:</a:t>
          </a:r>
          <a:r>
            <a:rPr lang="es-CL" sz="800" kern="1200"/>
            <a:t> Evaluar el sistema completo según requisitos funcionales y no funcionales.</a:t>
          </a: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Tareas/Actividades:</a:t>
          </a:r>
          <a:br>
            <a:rPr lang="es-CL" sz="800" b="1" kern="1200"/>
          </a:b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Revisar funcionalidades de notificaciones, reportes y dashboard administrador.</a:t>
          </a: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Verificar seguridad (roles, autenticación, encriptación).</a:t>
          </a:r>
          <a:endParaRPr lang="en-US" sz="800" kern="1200"/>
        </a:p>
        <a:p>
          <a:pPr marL="114300" lvl="2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kern="1200"/>
            <a:t>Validar portabilidad y usabilidad en distintos dispositivos y navegadores.</a:t>
          </a:r>
          <a:br>
            <a:rPr lang="es-CL" sz="800" kern="1200"/>
          </a:b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Responsable:</a:t>
          </a:r>
          <a:r>
            <a:rPr lang="es-CL" sz="800" kern="1200"/>
            <a:t> Jorge Valenzuela (Tester)</a:t>
          </a: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800" b="1" kern="1200"/>
            <a:t>Artefactos:</a:t>
          </a:r>
          <a:r>
            <a:rPr lang="es-CL" sz="800" kern="1200"/>
            <a:t> Checklist de casos de sistema, reportes de pruebas, screenshots, logs de errores.</a:t>
          </a:r>
          <a:br>
            <a:rPr lang="es-CL" sz="800" kern="1200"/>
          </a:br>
          <a:endParaRPr lang="en-US" sz="800" kern="1200"/>
        </a:p>
      </dsp:txBody>
      <dsp:txXfrm>
        <a:off x="3235787" y="2204068"/>
        <a:ext cx="3146557" cy="1887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057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950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18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5853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86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599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618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343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49097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35687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6928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20150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822829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83224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5981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988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5042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“StepBack E-Commerce System”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5" y="1068593"/>
            <a:ext cx="7927741" cy="6053717"/>
            <a:chOff x="0" y="-132775"/>
            <a:chExt cx="6781063" cy="5410418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42" y="-132775"/>
              <a:ext cx="53181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Isaac Condesa</a:t>
              </a: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Proyecto</a:t>
              </a: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Responsable de la coordinacion general, validacion de requisitos y gestión de avances</a:t>
              </a: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42" y="1041325"/>
              <a:ext cx="5318100" cy="130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Damaris Asencio</a:t>
              </a:r>
              <a:endParaRPr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71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Recoge y documenta los requisitos del negocio; traduce necesidades en especificaciones técnicas.</a:t>
              </a:r>
              <a:endParaRPr sz="171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86"/>
              <a:ext cx="1231500" cy="854100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42" y="2215575"/>
              <a:ext cx="53181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245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Bruno Riveros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71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 la base de datos;garantiza seguridad,rendimiento e integridad de los datos.</a:t>
              </a:r>
              <a:endParaRPr sz="1496" b="1">
                <a:solidFill>
                  <a:schemeClr val="lt1"/>
                </a:solidFill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3389921"/>
              <a:ext cx="6780900" cy="14997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462963" y="3415843"/>
              <a:ext cx="5318100" cy="18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24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Jorge Valenzuela</a:t>
              </a:r>
              <a:endParaRPr sz="224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83302" lvl="1" indent="-183302" algn="l" rtl="0">
                <a:lnSpc>
                  <a:spcPct val="90000"/>
                </a:lnSpc>
                <a:spcBef>
                  <a:spcPts val="786"/>
                </a:spcBef>
                <a:spcAft>
                  <a:spcPts val="0"/>
                </a:spcAft>
                <a:buClr>
                  <a:schemeClr val="lt1"/>
                </a:buClr>
                <a:buSzPts val="1711"/>
                <a:buFont typeface="Calibri"/>
                <a:buChar char="•"/>
              </a:pPr>
              <a:r>
                <a:rPr lang="es-CL" sz="171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QA/Diseñador</a:t>
              </a:r>
              <a:endParaRPr sz="171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83302" lvl="1" indent="-183302" algn="l" rtl="0">
                <a:lnSpc>
                  <a:spcPct val="90000"/>
                </a:lnSpc>
                <a:spcBef>
                  <a:spcPts val="257"/>
                </a:spcBef>
                <a:spcAft>
                  <a:spcPts val="0"/>
                </a:spcAft>
                <a:buClr>
                  <a:schemeClr val="lt1"/>
                </a:buClr>
                <a:buSzPts val="1711"/>
                <a:buFont typeface="Calibri"/>
                <a:buChar char="•"/>
              </a:pPr>
              <a:r>
                <a:rPr lang="es-CL" sz="171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QA: Verifica la calidad del sistema mediante pruebas;detecta y reporta errores.</a:t>
              </a:r>
              <a:endParaRPr sz="171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83302" lvl="1" indent="-183302" algn="l" rtl="0">
                <a:lnSpc>
                  <a:spcPct val="90000"/>
                </a:lnSpc>
                <a:spcBef>
                  <a:spcPts val="257"/>
                </a:spcBef>
                <a:spcAft>
                  <a:spcPts val="0"/>
                </a:spcAft>
                <a:buClr>
                  <a:schemeClr val="lt1"/>
                </a:buClr>
                <a:buSzPts val="1711"/>
                <a:buFont typeface="Calibri"/>
                <a:buChar char="•"/>
              </a:pPr>
              <a:r>
                <a:rPr lang="es-CL" sz="171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Diseñador:Diseña la interfaz y experiencia del usuario;asegura usabilidad y diseño responsivo</a:t>
              </a:r>
              <a:endParaRPr sz="171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4" name="Google Shape;104;p2" title="20251106_205230.jpg"/>
          <p:cNvPicPr preferRelativeResize="0"/>
          <p:nvPr/>
        </p:nvPicPr>
        <p:blipFill rotWithShape="1">
          <a:blip r:embed="rId3">
            <a:alphaModFix/>
          </a:blip>
          <a:srcRect t="-8560" b="8560"/>
          <a:stretch/>
        </p:blipFill>
        <p:spPr>
          <a:xfrm>
            <a:off x="4248450" y="1231700"/>
            <a:ext cx="1564974" cy="108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title="Foto1.jpg"/>
          <p:cNvPicPr preferRelativeResize="0"/>
          <p:nvPr/>
        </p:nvPicPr>
        <p:blipFill rotWithShape="1">
          <a:blip r:embed="rId4">
            <a:alphaModFix/>
          </a:blip>
          <a:srcRect l="-6850" t="-8150" r="6850" b="8150"/>
          <a:stretch/>
        </p:blipFill>
        <p:spPr>
          <a:xfrm>
            <a:off x="4248450" y="2507550"/>
            <a:ext cx="1354574" cy="1139549"/>
          </a:xfrm>
          <a:prstGeom prst="rect">
            <a:avLst/>
          </a:prstGeom>
          <a:solidFill>
            <a:srgbClr val="BFC8E3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l="4177" t="27461" b="20390"/>
          <a:stretch/>
        </p:blipFill>
        <p:spPr>
          <a:xfrm>
            <a:off x="4186575" y="3911525"/>
            <a:ext cx="1564975" cy="1139574"/>
          </a:xfrm>
          <a:prstGeom prst="rect">
            <a:avLst/>
          </a:prstGeom>
          <a:solidFill>
            <a:srgbClr val="BFC8E3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750"/>
              </a:srgbClr>
            </a:outerShdw>
          </a:effectLst>
        </p:spPr>
      </p:pic>
      <p:pic>
        <p:nvPicPr>
          <p:cNvPr id="107" name="Google Shape;107;p2" title="imagen linkedin.jpe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48450" y="5315525"/>
            <a:ext cx="1564975" cy="10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887675" y="1583850"/>
            <a:ext cx="4254600" cy="51561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Stepback enfrenta dificultades para gestionar eficientemente la venta de calzado con inventario propio y dropshipping. La ausencia de una plataforma integrada provoca procesos manuales y fragmentados —como control de stock, pedidos y coordinación con proveedores— generando errores, retrasos y pérdidas. Además, la falta de información en tiempo real limita la supervisión, el análisis de métricas y la toma de decisiones estratégicas. Esto evidencia la necesidad de una solución tecnológica integral que centralice y automatice procesos, mejore la experiencia del cliente y optimice la gestión del negocio.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45659" y="808938"/>
            <a:ext cx="105156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486300" y="705900"/>
            <a:ext cx="4399200" cy="603405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enfrentar los desafíos de Stepback, se propone una </a:t>
            </a: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tecnológica integral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centralice y automatice la gestión comercial, mejorando la experiencia del cliente y la eficiencia administrativa.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contempla: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para clientes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interfaz responsiva que facilite la compra desde cualquier dispositivo.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web para administradores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dashboard en tiempo real para métricas clave y toma de decisiones ágil.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Mantenedores del sistema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gestionar productos, categorías, usuarios, roles, proveedores y pedidos.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y notificaciones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autenticación, protección de datos y alertas sobre pedidos.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CL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APIs REST</a:t>
            </a: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pagos y proveedores de dropshipping.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esta herramienta, Stepback optimizará procesos, reducirá errores y fortalecerá su competitividad en el comercio electrónico de calzado urbano y deportivo.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52375" y="895423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52425" y="3271588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25" y="1541925"/>
            <a:ext cx="10962900" cy="1516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</a:t>
            </a:r>
            <a:r>
              <a:rPr lang="es-CL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integral de comercio electrónico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Stepback que centralice y automatice la gestión de ventas de calzado (stock propio y dropshipping), pedidos, clientes y proveedores, con perfiles diferenciados (cliente/administrador), incorporando un </a:t>
            </a:r>
            <a:r>
              <a:rPr lang="es-CL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administrativo en tiempo real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apoyar la toma de decisiones, mejorar la experiencia del cliente y fortalecer la competitividad digital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39925" y="3918100"/>
            <a:ext cx="10962900" cy="2620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módulos de gestión para productos, usuarios,roles, pedidos y proveedores.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flujo completo de compra con carrito y pasarela de pago.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catálogo de proveedores externos vía API (dropshipping).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reportes y métricas clave en tiempo real (ventas, stock, productos más vendidos).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Incluir notificaciones automáticas para clientes y administradores.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usabilidad, seguridad y diseño responsivo.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Cumplir con hitos del cronograma y entregar documentación en plazos establecidos.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recursos, priorizando tecnologías de código abierto y controlando costos.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0" name="Isosceles Triangle 139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1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2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3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4" name="Isosceles Triangle 143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45" name="Isosceles Triangle 144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/>
              <a:t>Alcances y Limitaciones del Proyecto</a:t>
            </a:r>
          </a:p>
        </p:txBody>
      </p:sp>
      <p:sp>
        <p:nvSpPr>
          <p:cNvPr id="149" name="Isosceles Triangle 14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51" name="Isosceles Triangle 15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aphicFrame>
        <p:nvGraphicFramePr>
          <p:cNvPr id="131" name="Google Shape;129;p5">
            <a:extLst>
              <a:ext uri="{FF2B5EF4-FFF2-40B4-BE49-F238E27FC236}">
                <a16:creationId xmlns:a16="http://schemas.microsoft.com/office/drawing/2014/main" id="{8803FD7B-964E-FFAF-8C3F-BD66B1D7B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69021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278091" y="83311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6" title="w.PNG"/>
          <p:cNvPicPr preferRelativeResize="0"/>
          <p:nvPr/>
        </p:nvPicPr>
        <p:blipFill rotWithShape="1">
          <a:blip r:embed="rId3">
            <a:alphaModFix/>
          </a:blip>
          <a:srcRect r="823" b="2789"/>
          <a:stretch/>
        </p:blipFill>
        <p:spPr>
          <a:xfrm>
            <a:off x="158413" y="1453175"/>
            <a:ext cx="11875176" cy="52724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363166" y="774693"/>
            <a:ext cx="10515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7" title="q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3" y="1391467"/>
            <a:ext cx="12191999" cy="523011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341877" y="58886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341867" y="1109656"/>
            <a:ext cx="9990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75" y="1499475"/>
            <a:ext cx="11662976" cy="535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2" y="545136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-11" y="1189237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t="-1790" b="1789"/>
          <a:stretch/>
        </p:blipFill>
        <p:spPr>
          <a:xfrm>
            <a:off x="3951350" y="820175"/>
            <a:ext cx="7995950" cy="5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641252" y="1828016"/>
            <a:ext cx="108612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programación: Python (orientado a objetos).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 web: Django (Python).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HTML5, CSS3, JavaScript, Bootstrap.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 SQLite.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 Git y GitHub.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de desarrollo: 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documentación: Draw.io, Lucidchart, Google Docs.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Pruebas: Postman para APIs, Selenium para pruebas de interfaz.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922600" y="1843650"/>
            <a:ext cx="86856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Planificación: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11-08-2025 /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28-08-2025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Análisis y diseño: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28-08-2025 /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17-09-2025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Desarrollo: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22-09-2025 /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10-11-2025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Pruebas y QA: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11-11-2025 /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28-11-2025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92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de Implementación y cierre: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Comienzo: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24-11-2025 / </a:t>
            </a:r>
            <a:r>
              <a:rPr lang="es-CL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Fin: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01-12-2025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Entrega final: 01 Diciembre 2025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5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6" name="Isosceles Triangle 185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7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8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89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0" name="Isosceles Triangle 189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  <p:sp>
          <p:nvSpPr>
            <p:cNvPr id="191" name="Isosceles Triangle 190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L"/>
            </a:p>
          </p:txBody>
        </p:sp>
      </p:grpSp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Google Shape;174;p12"/>
          <p:cNvSpPr txBox="1"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3600"/>
            </a:pPr>
            <a:r>
              <a:rPr lang="en-US"/>
              <a:t>Plan de Pruebas Desarrollo</a:t>
            </a:r>
          </a:p>
        </p:txBody>
      </p:sp>
      <p:sp>
        <p:nvSpPr>
          <p:cNvPr id="195" name="Isosceles Triangle 19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97" name="Isosceles Triangle 19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aphicFrame>
        <p:nvGraphicFramePr>
          <p:cNvPr id="177" name="Google Shape;175;p12">
            <a:extLst>
              <a:ext uri="{FF2B5EF4-FFF2-40B4-BE49-F238E27FC236}">
                <a16:creationId xmlns:a16="http://schemas.microsoft.com/office/drawing/2014/main" id="{C8089222-1CCE-4D5C-9EF5-AAC3B6ABE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507328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o Resultado del Proyecto (Sistema)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838200" y="677588"/>
            <a:ext cx="105156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838200" y="1222450"/>
            <a:ext cx="9671100" cy="4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marL="3429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LcParenR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LcParenR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 sz="1200"/>
          </a:p>
          <a:p>
            <a:pPr marL="3429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LcParenR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 sz="1200"/>
          </a:p>
          <a:p>
            <a:pPr marL="3429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LcParenR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lphaLcParenR"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1127</Words>
  <Application>Microsoft Office PowerPoint</Application>
  <PresentationFormat>Panorámica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Faceta</vt:lpstr>
      <vt:lpstr>Presentación Final Capstone “StepBack E-Commerce System”</vt:lpstr>
      <vt:lpstr>Presentación de PowerPoint</vt:lpstr>
      <vt:lpstr>Descripción del Proyecto</vt:lpstr>
      <vt:lpstr>Presentación de PowerPoint</vt:lpstr>
      <vt:lpstr>Alcances y Limitaciones del Proyecto</vt:lpstr>
      <vt:lpstr>Lista de Requerimientos Funcionales</vt:lpstr>
      <vt:lpstr>Lista de Requerimientos No Funcionales</vt:lpstr>
      <vt:lpstr>Diseño del Sistema</vt:lpstr>
      <vt:lpstr>Diseño del Sistema</vt:lpstr>
      <vt:lpstr>Tecnologías del Desarrollo</vt:lpstr>
      <vt:lpstr>Planificación</vt:lpstr>
      <vt:lpstr>Plan de Pruebas Desarrollo</vt:lpstr>
      <vt:lpstr>Presentación de PowerPoint</vt:lpstr>
      <vt:lpstr>Reflexión Final</vt:lpstr>
      <vt:lpstr>Responder las Preguntas del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Jeanette herminia Leonelli Riffo</cp:lastModifiedBy>
  <cp:revision>1</cp:revision>
  <dcterms:created xsi:type="dcterms:W3CDTF">2015-07-01T15:45:01Z</dcterms:created>
  <dcterms:modified xsi:type="dcterms:W3CDTF">2025-12-04T19:10:14Z</dcterms:modified>
</cp:coreProperties>
</file>